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0"/>
  </p:notesMasterIdLst>
  <p:handoutMasterIdLst>
    <p:handoutMasterId r:id="rId121"/>
  </p:handoutMasterIdLst>
  <p:sldIdLst>
    <p:sldId id="258" r:id="rId5"/>
    <p:sldId id="3325" r:id="rId6"/>
    <p:sldId id="267" r:id="rId7"/>
    <p:sldId id="3332" r:id="rId8"/>
    <p:sldId id="259" r:id="rId9"/>
    <p:sldId id="2271" r:id="rId10"/>
    <p:sldId id="2272" r:id="rId11"/>
    <p:sldId id="3324" r:id="rId12"/>
    <p:sldId id="3128" r:id="rId13"/>
    <p:sldId id="2276" r:id="rId14"/>
    <p:sldId id="2277" r:id="rId15"/>
    <p:sldId id="2278" r:id="rId16"/>
    <p:sldId id="2279" r:id="rId17"/>
    <p:sldId id="2280" r:id="rId18"/>
    <p:sldId id="2281" r:id="rId19"/>
    <p:sldId id="3136" r:id="rId20"/>
    <p:sldId id="3329" r:id="rId21"/>
    <p:sldId id="3138" r:id="rId22"/>
    <p:sldId id="3139" r:id="rId23"/>
    <p:sldId id="2309" r:id="rId24"/>
    <p:sldId id="2311" r:id="rId25"/>
    <p:sldId id="2312" r:id="rId26"/>
    <p:sldId id="2308" r:id="rId27"/>
    <p:sldId id="2310" r:id="rId28"/>
    <p:sldId id="2313" r:id="rId29"/>
    <p:sldId id="2314" r:id="rId30"/>
    <p:sldId id="2315" r:id="rId31"/>
    <p:sldId id="2316" r:id="rId32"/>
    <p:sldId id="2325" r:id="rId33"/>
    <p:sldId id="3140" r:id="rId34"/>
    <p:sldId id="2283" r:id="rId35"/>
    <p:sldId id="2284" r:id="rId36"/>
    <p:sldId id="2285" r:id="rId37"/>
    <p:sldId id="2286" r:id="rId38"/>
    <p:sldId id="2287" r:id="rId39"/>
    <p:sldId id="2288" r:id="rId40"/>
    <p:sldId id="3333" r:id="rId41"/>
    <p:sldId id="3149" r:id="rId42"/>
    <p:sldId id="2328" r:id="rId43"/>
    <p:sldId id="2329" r:id="rId44"/>
    <p:sldId id="3267" r:id="rId45"/>
    <p:sldId id="3282" r:id="rId46"/>
    <p:sldId id="3271" r:id="rId47"/>
    <p:sldId id="3272" r:id="rId48"/>
    <p:sldId id="3323" r:id="rId49"/>
    <p:sldId id="3276" r:id="rId50"/>
    <p:sldId id="3268" r:id="rId51"/>
    <p:sldId id="3283" r:id="rId52"/>
    <p:sldId id="2374" r:id="rId53"/>
    <p:sldId id="2375" r:id="rId54"/>
    <p:sldId id="3284" r:id="rId55"/>
    <p:sldId id="3285" r:id="rId56"/>
    <p:sldId id="3287" r:id="rId57"/>
    <p:sldId id="3286" r:id="rId58"/>
    <p:sldId id="3334" r:id="rId59"/>
    <p:sldId id="2402" r:id="rId60"/>
    <p:sldId id="2424" r:id="rId61"/>
    <p:sldId id="2319" r:id="rId62"/>
    <p:sldId id="2321" r:id="rId63"/>
    <p:sldId id="2438" r:id="rId64"/>
    <p:sldId id="3301" r:id="rId65"/>
    <p:sldId id="3302" r:id="rId66"/>
    <p:sldId id="3303" r:id="rId67"/>
    <p:sldId id="3304" r:id="rId68"/>
    <p:sldId id="3103" r:id="rId69"/>
    <p:sldId id="3102" r:id="rId70"/>
    <p:sldId id="3305" r:id="rId71"/>
    <p:sldId id="2426" r:id="rId72"/>
    <p:sldId id="2437" r:id="rId73"/>
    <p:sldId id="2431" r:id="rId74"/>
    <p:sldId id="3319" r:id="rId75"/>
    <p:sldId id="3320" r:id="rId76"/>
    <p:sldId id="2430" r:id="rId77"/>
    <p:sldId id="2442" r:id="rId78"/>
    <p:sldId id="3104" r:id="rId79"/>
    <p:sldId id="3105" r:id="rId80"/>
    <p:sldId id="3107" r:id="rId81"/>
    <p:sldId id="3289" r:id="rId82"/>
    <p:sldId id="2354" r:id="rId83"/>
    <p:sldId id="2355" r:id="rId84"/>
    <p:sldId id="2356" r:id="rId85"/>
    <p:sldId id="2357" r:id="rId86"/>
    <p:sldId id="2359" r:id="rId87"/>
    <p:sldId id="3322" r:id="rId88"/>
    <p:sldId id="2307" r:id="rId89"/>
    <p:sldId id="3113" r:id="rId90"/>
    <p:sldId id="3321" r:id="rId91"/>
    <p:sldId id="3335" r:id="rId92"/>
    <p:sldId id="2427" r:id="rId93"/>
    <p:sldId id="2429" r:id="rId94"/>
    <p:sldId id="3341" r:id="rId95"/>
    <p:sldId id="3331" r:id="rId96"/>
    <p:sldId id="2428" r:id="rId97"/>
    <p:sldId id="3340" r:id="rId98"/>
    <p:sldId id="3326" r:id="rId99"/>
    <p:sldId id="3309" r:id="rId100"/>
    <p:sldId id="3311" r:id="rId101"/>
    <p:sldId id="3310" r:id="rId102"/>
    <p:sldId id="3312" r:id="rId103"/>
    <p:sldId id="3313" r:id="rId104"/>
    <p:sldId id="3314" r:id="rId105"/>
    <p:sldId id="3316" r:id="rId106"/>
    <p:sldId id="3315" r:id="rId107"/>
    <p:sldId id="3317" r:id="rId108"/>
    <p:sldId id="3318" r:id="rId109"/>
    <p:sldId id="3327" r:id="rId110"/>
    <p:sldId id="3328" r:id="rId111"/>
    <p:sldId id="3307" r:id="rId112"/>
    <p:sldId id="2418" r:id="rId113"/>
    <p:sldId id="2421" r:id="rId114"/>
    <p:sldId id="2423" r:id="rId115"/>
    <p:sldId id="3336" r:id="rId116"/>
    <p:sldId id="3337" r:id="rId117"/>
    <p:sldId id="3339" r:id="rId118"/>
    <p:sldId id="263" r:id="rId11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31A"/>
    <a:srgbClr val="1D3B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2183A3-A684-4458-BEDF-C7D7212EBE6E}" v="3" dt="2026-09-14T08:52:24.1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中等深淺樣式 3 - 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70" autoAdjust="0"/>
    <p:restoredTop sz="93447" autoAdjust="0"/>
  </p:normalViewPr>
  <p:slideViewPr>
    <p:cSldViewPr snapToGrid="0">
      <p:cViewPr varScale="1">
        <p:scale>
          <a:sx n="59" d="100"/>
          <a:sy n="59" d="100"/>
        </p:scale>
        <p:origin x="808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-35028"/>
    </p:cViewPr>
  </p:sorterViewPr>
  <p:notesViewPr>
    <p:cSldViewPr snapToGrid="0">
      <p:cViewPr varScale="1">
        <p:scale>
          <a:sx n="51" d="100"/>
          <a:sy n="51" d="100"/>
        </p:scale>
        <p:origin x="2692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viewProps" Target="viewProps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slide" Target="slides/slide114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24" Type="http://schemas.openxmlformats.org/officeDocument/2006/relationships/theme" Target="theme/theme1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notesMaster" Target="notesMasters/notesMaster1.xml"/><Relationship Id="rId125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microsoft.com/office/2015/10/relationships/revisionInfo" Target="revisionInfo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資展國際 王孝弘" userId="3dce8438-2a24-46fb-ac9c-ddffc43e6f5d" providerId="ADAL" clId="{15DDFAF5-8FAC-4BF1-A715-DF7A749AA57C}"/>
    <pc:docChg chg="undo custSel addSld delSld modSld sldOrd">
      <pc:chgData name="資展國際 王孝弘" userId="3dce8438-2a24-46fb-ac9c-ddffc43e6f5d" providerId="ADAL" clId="{15DDFAF5-8FAC-4BF1-A715-DF7A749AA57C}" dt="2026-09-14T08:52:24.178" v="9917" actId="1076"/>
      <pc:docMkLst>
        <pc:docMk/>
      </pc:docMkLst>
      <pc:sldChg chg="delSp modSp mod">
        <pc:chgData name="資展國際 王孝弘" userId="3dce8438-2a24-46fb-ac9c-ddffc43e6f5d" providerId="ADAL" clId="{15DDFAF5-8FAC-4BF1-A715-DF7A749AA57C}" dt="2026-09-06T12:22:41.984" v="8967" actId="478"/>
        <pc:sldMkLst>
          <pc:docMk/>
          <pc:sldMk cId="168983857" sldId="267"/>
        </pc:sldMkLst>
        <pc:graphicFrameChg chg="mod modGraphic">
          <ac:chgData name="資展國際 王孝弘" userId="3dce8438-2a24-46fb-ac9c-ddffc43e6f5d" providerId="ADAL" clId="{15DDFAF5-8FAC-4BF1-A715-DF7A749AA57C}" dt="2026-09-06T12:22:09.563" v="8963" actId="12100"/>
          <ac:graphicFrameMkLst>
            <pc:docMk/>
            <pc:sldMk cId="168983857" sldId="267"/>
            <ac:graphicFrameMk id="7" creationId="{00000000-0000-0000-0000-000000000000}"/>
          </ac:graphicFrameMkLst>
        </pc:graphicFrameChg>
      </pc:sldChg>
      <pc:sldChg chg="addSp delSp modSp mod">
        <pc:chgData name="資展國際 王孝弘" userId="3dce8438-2a24-46fb-ac9c-ddffc43e6f5d" providerId="ADAL" clId="{15DDFAF5-8FAC-4BF1-A715-DF7A749AA57C}" dt="2026-09-06T04:01:10.495" v="8111"/>
        <pc:sldMkLst>
          <pc:docMk/>
          <pc:sldMk cId="2892561184" sldId="2272"/>
        </pc:sldMkLst>
        <pc:picChg chg="mod">
          <ac:chgData name="資展國際 王孝弘" userId="3dce8438-2a24-46fb-ac9c-ddffc43e6f5d" providerId="ADAL" clId="{15DDFAF5-8FAC-4BF1-A715-DF7A749AA57C}" dt="2026-09-06T03:59:10.624" v="8100" actId="1076"/>
          <ac:picMkLst>
            <pc:docMk/>
            <pc:sldMk cId="2892561184" sldId="2272"/>
            <ac:picMk id="18" creationId="{00000000-0000-0000-0000-000000000000}"/>
          </ac:picMkLst>
        </pc:picChg>
        <pc:picChg chg="add mod">
          <ac:chgData name="資展國際 王孝弘" userId="3dce8438-2a24-46fb-ac9c-ddffc43e6f5d" providerId="ADAL" clId="{15DDFAF5-8FAC-4BF1-A715-DF7A749AA57C}" dt="2026-09-06T03:59:15.663" v="8101" actId="1076"/>
          <ac:picMkLst>
            <pc:docMk/>
            <pc:sldMk cId="2892561184" sldId="2272"/>
            <ac:picMk id="25" creationId="{495ABAF7-B92B-681B-D0EF-D0F2D0FA5004}"/>
          </ac:picMkLst>
        </pc:picChg>
        <pc:cxnChg chg="add mod">
          <ac:chgData name="資展國際 王孝弘" userId="3dce8438-2a24-46fb-ac9c-ddffc43e6f5d" providerId="ADAL" clId="{15DDFAF5-8FAC-4BF1-A715-DF7A749AA57C}" dt="2026-09-06T04:00:54.280" v="8110"/>
          <ac:cxnSpMkLst>
            <pc:docMk/>
            <pc:sldMk cId="2892561184" sldId="2272"/>
            <ac:cxnSpMk id="38" creationId="{BE48572C-7C38-59BA-8E89-C56D4956B2CC}"/>
          </ac:cxnSpMkLst>
        </pc:cxnChg>
        <pc:cxnChg chg="mod">
          <ac:chgData name="資展國際 王孝弘" userId="3dce8438-2a24-46fb-ac9c-ddffc43e6f5d" providerId="ADAL" clId="{15DDFAF5-8FAC-4BF1-A715-DF7A749AA57C}" dt="2026-09-06T03:59:10.624" v="8100" actId="1076"/>
          <ac:cxnSpMkLst>
            <pc:docMk/>
            <pc:sldMk cId="2892561184" sldId="2272"/>
            <ac:cxnSpMk id="54" creationId="{37DC67D3-F58B-36C7-0567-064BCE956EB9}"/>
          </ac:cxnSpMkLst>
        </pc:cxnChg>
        <pc:cxnChg chg="mod">
          <ac:chgData name="資展國際 王孝弘" userId="3dce8438-2a24-46fb-ac9c-ddffc43e6f5d" providerId="ADAL" clId="{15DDFAF5-8FAC-4BF1-A715-DF7A749AA57C}" dt="2026-09-06T04:01:10.495" v="8111"/>
          <ac:cxnSpMkLst>
            <pc:docMk/>
            <pc:sldMk cId="2892561184" sldId="2272"/>
            <ac:cxnSpMk id="57" creationId="{28F19773-0663-7CC4-9978-C8D085F97743}"/>
          </ac:cxnSpMkLst>
        </pc:cxnChg>
      </pc:sldChg>
      <pc:sldChg chg="modSp mod modNotesTx">
        <pc:chgData name="資展國際 王孝弘" userId="3dce8438-2a24-46fb-ac9c-ddffc43e6f5d" providerId="ADAL" clId="{15DDFAF5-8FAC-4BF1-A715-DF7A749AA57C}" dt="2026-09-06T09:24:05.936" v="8271" actId="6549"/>
        <pc:sldMkLst>
          <pc:docMk/>
          <pc:sldMk cId="3226833449" sldId="2309"/>
        </pc:sldMkLst>
        <pc:spChg chg="mod">
          <ac:chgData name="資展國際 王孝弘" userId="3dce8438-2a24-46fb-ac9c-ddffc43e6f5d" providerId="ADAL" clId="{15DDFAF5-8FAC-4BF1-A715-DF7A749AA57C}" dt="2026-09-06T09:22:03.600" v="8257" actId="6549"/>
          <ac:spMkLst>
            <pc:docMk/>
            <pc:sldMk cId="3226833449" sldId="2309"/>
            <ac:spMk id="5" creationId="{00000000-0000-0000-0000-000000000000}"/>
          </ac:spMkLst>
        </pc:spChg>
        <pc:spChg chg="mod">
          <ac:chgData name="資展國際 王孝弘" userId="3dce8438-2a24-46fb-ac9c-ddffc43e6f5d" providerId="ADAL" clId="{15DDFAF5-8FAC-4BF1-A715-DF7A749AA57C}" dt="2026-09-06T09:24:05.936" v="8271" actId="6549"/>
          <ac:spMkLst>
            <pc:docMk/>
            <pc:sldMk cId="3226833449" sldId="2309"/>
            <ac:spMk id="10" creationId="{00000000-0000-0000-0000-000000000000}"/>
          </ac:spMkLst>
        </pc:spChg>
      </pc:sldChg>
      <pc:sldChg chg="modSp">
        <pc:chgData name="資展國際 王孝弘" userId="3dce8438-2a24-46fb-ac9c-ddffc43e6f5d" providerId="ADAL" clId="{15DDFAF5-8FAC-4BF1-A715-DF7A749AA57C}" dt="2026-09-14T08:52:24.178" v="9917" actId="1076"/>
        <pc:sldMkLst>
          <pc:docMk/>
          <pc:sldMk cId="2503363806" sldId="2310"/>
        </pc:sldMkLst>
        <pc:picChg chg="mod">
          <ac:chgData name="資展國際 王孝弘" userId="3dce8438-2a24-46fb-ac9c-ddffc43e6f5d" providerId="ADAL" clId="{15DDFAF5-8FAC-4BF1-A715-DF7A749AA57C}" dt="2026-09-14T08:52:24.178" v="9917" actId="1076"/>
          <ac:picMkLst>
            <pc:docMk/>
            <pc:sldMk cId="2503363806" sldId="2310"/>
            <ac:picMk id="8" creationId="{00000000-0000-0000-0000-000000000000}"/>
          </ac:picMkLst>
        </pc:picChg>
      </pc:sldChg>
      <pc:sldChg chg="modSp mod modNotesTx">
        <pc:chgData name="資展國際 王孝弘" userId="3dce8438-2a24-46fb-ac9c-ddffc43e6f5d" providerId="ADAL" clId="{15DDFAF5-8FAC-4BF1-A715-DF7A749AA57C}" dt="2026-09-14T08:49:09.131" v="9915" actId="20577"/>
        <pc:sldMkLst>
          <pc:docMk/>
          <pc:sldMk cId="111050779" sldId="2311"/>
        </pc:sldMkLst>
        <pc:spChg chg="mod">
          <ac:chgData name="資展國際 王孝弘" userId="3dce8438-2a24-46fb-ac9c-ddffc43e6f5d" providerId="ADAL" clId="{15DDFAF5-8FAC-4BF1-A715-DF7A749AA57C}" dt="2026-09-06T09:25:19.673" v="8279" actId="20577"/>
          <ac:spMkLst>
            <pc:docMk/>
            <pc:sldMk cId="111050779" sldId="2311"/>
            <ac:spMk id="5" creationId="{00000000-0000-0000-0000-000000000000}"/>
          </ac:spMkLst>
        </pc:spChg>
        <pc:spChg chg="mod">
          <ac:chgData name="資展國際 王孝弘" userId="3dce8438-2a24-46fb-ac9c-ddffc43e6f5d" providerId="ADAL" clId="{15DDFAF5-8FAC-4BF1-A715-DF7A749AA57C}" dt="2026-09-06T09:24:48.956" v="8275"/>
          <ac:spMkLst>
            <pc:docMk/>
            <pc:sldMk cId="111050779" sldId="2311"/>
            <ac:spMk id="10" creationId="{00000000-0000-0000-0000-000000000000}"/>
          </ac:spMkLst>
        </pc:spChg>
      </pc:sldChg>
      <pc:sldChg chg="modSp mod">
        <pc:chgData name="資展國際 王孝弘" userId="3dce8438-2a24-46fb-ac9c-ddffc43e6f5d" providerId="ADAL" clId="{15DDFAF5-8FAC-4BF1-A715-DF7A749AA57C}" dt="2026-09-06T09:27:32.399" v="8327" actId="6549"/>
        <pc:sldMkLst>
          <pc:docMk/>
          <pc:sldMk cId="4243128662" sldId="2312"/>
        </pc:sldMkLst>
        <pc:spChg chg="mod">
          <ac:chgData name="資展國際 王孝弘" userId="3dce8438-2a24-46fb-ac9c-ddffc43e6f5d" providerId="ADAL" clId="{15DDFAF5-8FAC-4BF1-A715-DF7A749AA57C}" dt="2026-09-06T09:26:24.525" v="8311" actId="20577"/>
          <ac:spMkLst>
            <pc:docMk/>
            <pc:sldMk cId="4243128662" sldId="2312"/>
            <ac:spMk id="5" creationId="{00000000-0000-0000-0000-000000000000}"/>
          </ac:spMkLst>
        </pc:spChg>
        <pc:spChg chg="mod">
          <ac:chgData name="資展國際 王孝弘" userId="3dce8438-2a24-46fb-ac9c-ddffc43e6f5d" providerId="ADAL" clId="{15DDFAF5-8FAC-4BF1-A715-DF7A749AA57C}" dt="2026-09-06T09:27:32.399" v="8327" actId="6549"/>
          <ac:spMkLst>
            <pc:docMk/>
            <pc:sldMk cId="4243128662" sldId="2312"/>
            <ac:spMk id="10" creationId="{00000000-0000-0000-0000-000000000000}"/>
          </ac:spMkLst>
        </pc:spChg>
      </pc:sldChg>
      <pc:sldChg chg="modSp mod">
        <pc:chgData name="資展國際 王孝弘" userId="3dce8438-2a24-46fb-ac9c-ddffc43e6f5d" providerId="ADAL" clId="{15DDFAF5-8FAC-4BF1-A715-DF7A749AA57C}" dt="2026-09-06T10:22:02.501" v="8512" actId="6549"/>
        <pc:sldMkLst>
          <pc:docMk/>
          <pc:sldMk cId="210361366" sldId="2315"/>
        </pc:sldMkLst>
        <pc:spChg chg="mod">
          <ac:chgData name="資展國際 王孝弘" userId="3dce8438-2a24-46fb-ac9c-ddffc43e6f5d" providerId="ADAL" clId="{15DDFAF5-8FAC-4BF1-A715-DF7A749AA57C}" dt="2026-09-06T10:22:02.501" v="8512" actId="6549"/>
          <ac:spMkLst>
            <pc:docMk/>
            <pc:sldMk cId="210361366" sldId="2315"/>
            <ac:spMk id="2" creationId="{00000000-0000-0000-0000-000000000000}"/>
          </ac:spMkLst>
        </pc:spChg>
      </pc:sldChg>
      <pc:sldChg chg="modSp mod">
        <pc:chgData name="資展國際 王孝弘" userId="3dce8438-2a24-46fb-ac9c-ddffc43e6f5d" providerId="ADAL" clId="{15DDFAF5-8FAC-4BF1-A715-DF7A749AA57C}" dt="2026-09-06T10:11:09.581" v="8405" actId="6549"/>
        <pc:sldMkLst>
          <pc:docMk/>
          <pc:sldMk cId="1314932635" sldId="2316"/>
        </pc:sldMkLst>
        <pc:spChg chg="mod">
          <ac:chgData name="資展國際 王孝弘" userId="3dce8438-2a24-46fb-ac9c-ddffc43e6f5d" providerId="ADAL" clId="{15DDFAF5-8FAC-4BF1-A715-DF7A749AA57C}" dt="2026-09-06T10:11:09.581" v="8405" actId="6549"/>
          <ac:spMkLst>
            <pc:docMk/>
            <pc:sldMk cId="1314932635" sldId="2316"/>
            <ac:spMk id="5" creationId="{00000000-0000-0000-0000-000000000000}"/>
          </ac:spMkLst>
        </pc:spChg>
      </pc:sldChg>
      <pc:sldChg chg="modSp mod">
        <pc:chgData name="資展國際 王孝弘" userId="3dce8438-2a24-46fb-ac9c-ddffc43e6f5d" providerId="ADAL" clId="{15DDFAF5-8FAC-4BF1-A715-DF7A749AA57C}" dt="2026-09-06T10:12:24.689" v="8407" actId="6549"/>
        <pc:sldMkLst>
          <pc:docMk/>
          <pc:sldMk cId="1913528028" sldId="2325"/>
        </pc:sldMkLst>
        <pc:spChg chg="mod">
          <ac:chgData name="資展國際 王孝弘" userId="3dce8438-2a24-46fb-ac9c-ddffc43e6f5d" providerId="ADAL" clId="{15DDFAF5-8FAC-4BF1-A715-DF7A749AA57C}" dt="2026-09-06T10:12:24.689" v="8407" actId="6549"/>
          <ac:spMkLst>
            <pc:docMk/>
            <pc:sldMk cId="1913528028" sldId="2325"/>
            <ac:spMk id="5" creationId="{00000000-0000-0000-0000-000000000000}"/>
          </ac:spMkLst>
        </pc:spChg>
      </pc:sldChg>
      <pc:sldChg chg="add">
        <pc:chgData name="資展國際 王孝弘" userId="3dce8438-2a24-46fb-ac9c-ddffc43e6f5d" providerId="ADAL" clId="{15DDFAF5-8FAC-4BF1-A715-DF7A749AA57C}" dt="2026-09-07T01:18:52.810" v="9847"/>
        <pc:sldMkLst>
          <pc:docMk/>
          <pc:sldMk cId="3273531548" sldId="2418"/>
        </pc:sldMkLst>
      </pc:sldChg>
      <pc:sldChg chg="add">
        <pc:chgData name="資展國際 王孝弘" userId="3dce8438-2a24-46fb-ac9c-ddffc43e6f5d" providerId="ADAL" clId="{15DDFAF5-8FAC-4BF1-A715-DF7A749AA57C}" dt="2026-09-07T01:18:52.810" v="9847"/>
        <pc:sldMkLst>
          <pc:docMk/>
          <pc:sldMk cId="1293681024" sldId="2421"/>
        </pc:sldMkLst>
      </pc:sldChg>
      <pc:sldChg chg="add">
        <pc:chgData name="資展國際 王孝弘" userId="3dce8438-2a24-46fb-ac9c-ddffc43e6f5d" providerId="ADAL" clId="{15DDFAF5-8FAC-4BF1-A715-DF7A749AA57C}" dt="2026-09-07T01:18:52.810" v="9847"/>
        <pc:sldMkLst>
          <pc:docMk/>
          <pc:sldMk cId="594622020" sldId="2423"/>
        </pc:sldMkLst>
      </pc:sldChg>
      <pc:sldChg chg="addSp delSp modSp add mod">
        <pc:chgData name="資展國際 王孝弘" userId="3dce8438-2a24-46fb-ac9c-ddffc43e6f5d" providerId="ADAL" clId="{15DDFAF5-8FAC-4BF1-A715-DF7A749AA57C}" dt="2026-09-06T11:35:41.497" v="8534" actId="1076"/>
        <pc:sldMkLst>
          <pc:docMk/>
          <pc:sldMk cId="1631809095" sldId="2427"/>
        </pc:sldMkLst>
        <pc:picChg chg="add mod modCrop">
          <ac:chgData name="資展國際 王孝弘" userId="3dce8438-2a24-46fb-ac9c-ddffc43e6f5d" providerId="ADAL" clId="{15DDFAF5-8FAC-4BF1-A715-DF7A749AA57C}" dt="2026-09-06T11:35:41.497" v="8534" actId="1076"/>
          <ac:picMkLst>
            <pc:docMk/>
            <pc:sldMk cId="1631809095" sldId="2427"/>
            <ac:picMk id="6" creationId="{1ABA6F43-C39B-A1B4-F216-DA4AC769E11C}"/>
          </ac:picMkLst>
        </pc:picChg>
      </pc:sldChg>
      <pc:sldChg chg="modSp add mod">
        <pc:chgData name="資展國際 王孝弘" userId="3dce8438-2a24-46fb-ac9c-ddffc43e6f5d" providerId="ADAL" clId="{15DDFAF5-8FAC-4BF1-A715-DF7A749AA57C}" dt="2026-09-06T11:55:48.028" v="8758" actId="20577"/>
        <pc:sldMkLst>
          <pc:docMk/>
          <pc:sldMk cId="1812609993" sldId="2428"/>
        </pc:sldMkLst>
        <pc:spChg chg="mod">
          <ac:chgData name="資展國際 王孝弘" userId="3dce8438-2a24-46fb-ac9c-ddffc43e6f5d" providerId="ADAL" clId="{15DDFAF5-8FAC-4BF1-A715-DF7A749AA57C}" dt="2026-09-06T11:55:48.028" v="8758" actId="20577"/>
          <ac:spMkLst>
            <pc:docMk/>
            <pc:sldMk cId="1812609993" sldId="2428"/>
            <ac:spMk id="5" creationId="{DE045A3A-52D9-B295-E7C7-C1DCE91D4214}"/>
          </ac:spMkLst>
        </pc:spChg>
        <pc:picChg chg="mod">
          <ac:chgData name="資展國際 王孝弘" userId="3dce8438-2a24-46fb-ac9c-ddffc43e6f5d" providerId="ADAL" clId="{15DDFAF5-8FAC-4BF1-A715-DF7A749AA57C}" dt="2026-09-06T11:52:15.570" v="8584" actId="1076"/>
          <ac:picMkLst>
            <pc:docMk/>
            <pc:sldMk cId="1812609993" sldId="2428"/>
            <ac:picMk id="7" creationId="{CBD584BF-365D-4B8E-372C-0B8AFA6ECBD6}"/>
          </ac:picMkLst>
        </pc:picChg>
      </pc:sldChg>
      <pc:sldChg chg="addSp delSp modSp add mod">
        <pc:chgData name="資展國際 王孝弘" userId="3dce8438-2a24-46fb-ac9c-ddffc43e6f5d" providerId="ADAL" clId="{15DDFAF5-8FAC-4BF1-A715-DF7A749AA57C}" dt="2026-09-06T11:54:37.019" v="8634" actId="207"/>
        <pc:sldMkLst>
          <pc:docMk/>
          <pc:sldMk cId="421645025" sldId="2429"/>
        </pc:sldMkLst>
        <pc:spChg chg="mod">
          <ac:chgData name="資展國際 王孝弘" userId="3dce8438-2a24-46fb-ac9c-ddffc43e6f5d" providerId="ADAL" clId="{15DDFAF5-8FAC-4BF1-A715-DF7A749AA57C}" dt="2026-09-06T11:54:37.019" v="8634" actId="207"/>
          <ac:spMkLst>
            <pc:docMk/>
            <pc:sldMk cId="421645025" sldId="2429"/>
            <ac:spMk id="5" creationId="{ECE95BED-E7B7-6D9D-CBDE-A4D0513C5A3A}"/>
          </ac:spMkLst>
        </pc:spChg>
        <pc:spChg chg="add mod">
          <ac:chgData name="資展國際 王孝弘" userId="3dce8438-2a24-46fb-ac9c-ddffc43e6f5d" providerId="ADAL" clId="{15DDFAF5-8FAC-4BF1-A715-DF7A749AA57C}" dt="2026-09-06T11:48:38.383" v="8549" actId="20577"/>
          <ac:spMkLst>
            <pc:docMk/>
            <pc:sldMk cId="421645025" sldId="2429"/>
            <ac:spMk id="7" creationId="{0EF2B9D1-A8D5-A8BB-DBF6-9F41A1DB2AEB}"/>
          </ac:spMkLst>
        </pc:spChg>
      </pc:sldChg>
      <pc:sldChg chg="addSp delSp modSp mod modNotesTx">
        <pc:chgData name="資展國際 王孝弘" userId="3dce8438-2a24-46fb-ac9c-ddffc43e6f5d" providerId="ADAL" clId="{15DDFAF5-8FAC-4BF1-A715-DF7A749AA57C}" dt="2026-09-06T11:32:58.317" v="8522" actId="6549"/>
        <pc:sldMkLst>
          <pc:docMk/>
          <pc:sldMk cId="1969110780" sldId="3113"/>
        </pc:sldMkLst>
        <pc:picChg chg="add mod">
          <ac:chgData name="資展國際 王孝弘" userId="3dce8438-2a24-46fb-ac9c-ddffc43e6f5d" providerId="ADAL" clId="{15DDFAF5-8FAC-4BF1-A715-DF7A749AA57C}" dt="2026-09-06T11:32:55.027" v="8521" actId="1076"/>
          <ac:picMkLst>
            <pc:docMk/>
            <pc:sldMk cId="1969110780" sldId="3113"/>
            <ac:picMk id="7" creationId="{4FD116FD-3510-2FD2-BE56-4D0A81204F6D}"/>
          </ac:picMkLst>
        </pc:picChg>
      </pc:sldChg>
      <pc:sldChg chg="modSp mod modNotesTx">
        <pc:chgData name="資展國際 王孝弘" userId="3dce8438-2a24-46fb-ac9c-ddffc43e6f5d" providerId="ADAL" clId="{15DDFAF5-8FAC-4BF1-A715-DF7A749AA57C}" dt="2026-09-14T08:42:03.369" v="9913" actId="12"/>
        <pc:sldMkLst>
          <pc:docMk/>
          <pc:sldMk cId="3776686313" sldId="3136"/>
        </pc:sldMkLst>
        <pc:spChg chg="mod">
          <ac:chgData name="資展國際 王孝弘" userId="3dce8438-2a24-46fb-ac9c-ddffc43e6f5d" providerId="ADAL" clId="{15DDFAF5-8FAC-4BF1-A715-DF7A749AA57C}" dt="2026-09-14T08:38:51.640" v="9912" actId="20577"/>
          <ac:spMkLst>
            <pc:docMk/>
            <pc:sldMk cId="3776686313" sldId="3136"/>
            <ac:spMk id="6" creationId="{5F74ABDE-27BB-7ACA-A3AE-6E27B11D71A5}"/>
          </ac:spMkLst>
        </pc:spChg>
      </pc:sldChg>
      <pc:sldChg chg="addSp delSp modSp mod">
        <pc:chgData name="資展國際 王孝弘" userId="3dce8438-2a24-46fb-ac9c-ddffc43e6f5d" providerId="ADAL" clId="{15DDFAF5-8FAC-4BF1-A715-DF7A749AA57C}" dt="2026-09-06T10:22:22.029" v="8517" actId="20577"/>
        <pc:sldMkLst>
          <pc:docMk/>
          <pc:sldMk cId="121160809" sldId="3140"/>
        </pc:sldMkLst>
        <pc:spChg chg="add mod">
          <ac:chgData name="資展國際 王孝弘" userId="3dce8438-2a24-46fb-ac9c-ddffc43e6f5d" providerId="ADAL" clId="{15DDFAF5-8FAC-4BF1-A715-DF7A749AA57C}" dt="2026-09-06T10:15:53.697" v="8457" actId="1076"/>
          <ac:spMkLst>
            <pc:docMk/>
            <pc:sldMk cId="121160809" sldId="3140"/>
            <ac:spMk id="3" creationId="{B7368A61-CA0A-F5F3-9549-EA3D092F9120}"/>
          </ac:spMkLst>
        </pc:spChg>
        <pc:spChg chg="mod">
          <ac:chgData name="資展國際 王孝弘" userId="3dce8438-2a24-46fb-ac9c-ddffc43e6f5d" providerId="ADAL" clId="{15DDFAF5-8FAC-4BF1-A715-DF7A749AA57C}" dt="2026-09-06T10:18:58.597" v="8490" actId="20577"/>
          <ac:spMkLst>
            <pc:docMk/>
            <pc:sldMk cId="121160809" sldId="3140"/>
            <ac:spMk id="8" creationId="{F74D9305-B62F-DAE9-3B29-B1F92E886468}"/>
          </ac:spMkLst>
        </pc:spChg>
        <pc:spChg chg="mod">
          <ac:chgData name="資展國際 王孝弘" userId="3dce8438-2a24-46fb-ac9c-ddffc43e6f5d" providerId="ADAL" clId="{15DDFAF5-8FAC-4BF1-A715-DF7A749AA57C}" dt="2026-09-06T10:15:06.401" v="8447" actId="14100"/>
          <ac:spMkLst>
            <pc:docMk/>
            <pc:sldMk cId="121160809" sldId="3140"/>
            <ac:spMk id="10" creationId="{68FE2F76-A328-71D5-F586-C645A489B183}"/>
          </ac:spMkLst>
        </pc:spChg>
        <pc:spChg chg="mod">
          <ac:chgData name="資展國際 王孝弘" userId="3dce8438-2a24-46fb-ac9c-ddffc43e6f5d" providerId="ADAL" clId="{15DDFAF5-8FAC-4BF1-A715-DF7A749AA57C}" dt="2026-09-06T10:22:22.029" v="8517" actId="20577"/>
          <ac:spMkLst>
            <pc:docMk/>
            <pc:sldMk cId="121160809" sldId="3140"/>
            <ac:spMk id="11" creationId="{2F599A54-5685-E564-96FC-81BD9AA58508}"/>
          </ac:spMkLst>
        </pc:spChg>
        <pc:spChg chg="add mod">
          <ac:chgData name="資展國際 王孝弘" userId="3dce8438-2a24-46fb-ac9c-ddffc43e6f5d" providerId="ADAL" clId="{15DDFAF5-8FAC-4BF1-A715-DF7A749AA57C}" dt="2026-09-06T10:16:31.929" v="8463" actId="1076"/>
          <ac:spMkLst>
            <pc:docMk/>
            <pc:sldMk cId="121160809" sldId="3140"/>
            <ac:spMk id="15" creationId="{DE5C7B32-9892-E126-30B9-64FF2ADB5533}"/>
          </ac:spMkLst>
        </pc:spChg>
        <pc:spChg chg="add mod">
          <ac:chgData name="資展國際 王孝弘" userId="3dce8438-2a24-46fb-ac9c-ddffc43e6f5d" providerId="ADAL" clId="{15DDFAF5-8FAC-4BF1-A715-DF7A749AA57C}" dt="2026-09-06T10:19:55.857" v="8495" actId="1076"/>
          <ac:spMkLst>
            <pc:docMk/>
            <pc:sldMk cId="121160809" sldId="3140"/>
            <ac:spMk id="17" creationId="{6AE84D37-E8D9-799F-1FF4-952892C6DEBC}"/>
          </ac:spMkLst>
        </pc:spChg>
      </pc:sldChg>
      <pc:sldChg chg="addSp delSp modSp mod">
        <pc:chgData name="資展國際 王孝弘" userId="3dce8438-2a24-46fb-ac9c-ddffc43e6f5d" providerId="ADAL" clId="{15DDFAF5-8FAC-4BF1-A715-DF7A749AA57C}" dt="2026-09-06T03:42:00.850" v="8094" actId="20577"/>
        <pc:sldMkLst>
          <pc:docMk/>
          <pc:sldMk cId="2746816218" sldId="3324"/>
        </pc:sldMkLst>
        <pc:spChg chg="mod">
          <ac:chgData name="資展國際 王孝弘" userId="3dce8438-2a24-46fb-ac9c-ddffc43e6f5d" providerId="ADAL" clId="{15DDFAF5-8FAC-4BF1-A715-DF7A749AA57C}" dt="2026-09-06T03:42:00.850" v="8094" actId="20577"/>
          <ac:spMkLst>
            <pc:docMk/>
            <pc:sldMk cId="2746816218" sldId="3324"/>
            <ac:spMk id="2" creationId="{0BDCACF8-4068-5EF4-A81D-0772351FC57F}"/>
          </ac:spMkLst>
        </pc:spChg>
        <pc:picChg chg="add mod">
          <ac:chgData name="資展國際 王孝弘" userId="3dce8438-2a24-46fb-ac9c-ddffc43e6f5d" providerId="ADAL" clId="{15DDFAF5-8FAC-4BF1-A715-DF7A749AA57C}" dt="2026-09-06T03:41:45.458" v="8082" actId="1076"/>
          <ac:picMkLst>
            <pc:docMk/>
            <pc:sldMk cId="2746816218" sldId="3324"/>
            <ac:picMk id="11" creationId="{BB865C67-6F5E-1A1B-1ABD-C41F2BDC6E3E}"/>
          </ac:picMkLst>
        </pc:picChg>
      </pc:sldChg>
      <pc:sldChg chg="addSp delSp modSp new mod modClrScheme chgLayout">
        <pc:chgData name="資展國際 王孝弘" userId="3dce8438-2a24-46fb-ac9c-ddffc43e6f5d" providerId="ADAL" clId="{15DDFAF5-8FAC-4BF1-A715-DF7A749AA57C}" dt="2026-09-03T14:03:47.304" v="8052" actId="1076"/>
        <pc:sldMkLst>
          <pc:docMk/>
          <pc:sldMk cId="2742985649" sldId="3326"/>
        </pc:sldMkLst>
        <pc:spChg chg="mod ord">
          <ac:chgData name="資展國際 王孝弘" userId="3dce8438-2a24-46fb-ac9c-ddffc43e6f5d" providerId="ADAL" clId="{15DDFAF5-8FAC-4BF1-A715-DF7A749AA57C}" dt="2026-09-03T13:59:52.187" v="7768" actId="700"/>
          <ac:spMkLst>
            <pc:docMk/>
            <pc:sldMk cId="2742985649" sldId="3326"/>
            <ac:spMk id="4" creationId="{D326F189-B7F3-04AD-53F4-356A13376E34}"/>
          </ac:spMkLst>
        </pc:spChg>
        <pc:spChg chg="add mod ord">
          <ac:chgData name="資展國際 王孝弘" userId="3dce8438-2a24-46fb-ac9c-ddffc43e6f5d" providerId="ADAL" clId="{15DDFAF5-8FAC-4BF1-A715-DF7A749AA57C}" dt="2026-09-03T14:02:42.494" v="7996" actId="20577"/>
          <ac:spMkLst>
            <pc:docMk/>
            <pc:sldMk cId="2742985649" sldId="3326"/>
            <ac:spMk id="5" creationId="{D79F31A0-43C8-7422-289D-5F451AD1C89F}"/>
          </ac:spMkLst>
        </pc:spChg>
        <pc:spChg chg="add mod ord">
          <ac:chgData name="資展國際 王孝弘" userId="3dce8438-2a24-46fb-ac9c-ddffc43e6f5d" providerId="ADAL" clId="{15DDFAF5-8FAC-4BF1-A715-DF7A749AA57C}" dt="2026-09-03T14:03:39.919" v="8049" actId="20577"/>
          <ac:spMkLst>
            <pc:docMk/>
            <pc:sldMk cId="2742985649" sldId="3326"/>
            <ac:spMk id="6" creationId="{B2FBDDA0-004E-FC0B-028D-B727AE2C1A5C}"/>
          </ac:spMkLst>
        </pc:spChg>
        <pc:picChg chg="add mod modCrop">
          <ac:chgData name="資展國際 王孝弘" userId="3dce8438-2a24-46fb-ac9c-ddffc43e6f5d" providerId="ADAL" clId="{15DDFAF5-8FAC-4BF1-A715-DF7A749AA57C}" dt="2026-09-03T14:03:47.304" v="8052" actId="1076"/>
          <ac:picMkLst>
            <pc:docMk/>
            <pc:sldMk cId="2742985649" sldId="3326"/>
            <ac:picMk id="8" creationId="{79FC0477-777E-D0DE-81C9-CA651AE701BA}"/>
          </ac:picMkLst>
        </pc:picChg>
      </pc:sldChg>
      <pc:sldChg chg="addSp delSp modSp add mod">
        <pc:chgData name="資展國際 王孝弘" userId="3dce8438-2a24-46fb-ac9c-ddffc43e6f5d" providerId="ADAL" clId="{15DDFAF5-8FAC-4BF1-A715-DF7A749AA57C}" dt="2026-09-06T13:31:08.168" v="9673" actId="20577"/>
        <pc:sldMkLst>
          <pc:docMk/>
          <pc:sldMk cId="4066720507" sldId="3327"/>
        </pc:sldMkLst>
        <pc:spChg chg="mod">
          <ac:chgData name="資展國際 王孝弘" userId="3dce8438-2a24-46fb-ac9c-ddffc43e6f5d" providerId="ADAL" clId="{15DDFAF5-8FAC-4BF1-A715-DF7A749AA57C}" dt="2026-09-06T13:31:08.168" v="9673" actId="20577"/>
          <ac:spMkLst>
            <pc:docMk/>
            <pc:sldMk cId="4066720507" sldId="3327"/>
            <ac:spMk id="2" creationId="{47A106D8-D69C-E814-420E-EA12689069D6}"/>
          </ac:spMkLst>
        </pc:spChg>
        <pc:spChg chg="mod">
          <ac:chgData name="資展國際 王孝弘" userId="3dce8438-2a24-46fb-ac9c-ddffc43e6f5d" providerId="ADAL" clId="{15DDFAF5-8FAC-4BF1-A715-DF7A749AA57C}" dt="2026-09-04T14:46:56.578" v="8064" actId="14100"/>
          <ac:spMkLst>
            <pc:docMk/>
            <pc:sldMk cId="4066720507" sldId="3327"/>
            <ac:spMk id="9" creationId="{E59E830D-C172-5181-8A09-37D382FFC47C}"/>
          </ac:spMkLst>
        </pc:spChg>
        <pc:picChg chg="add mod ord">
          <ac:chgData name="資展國際 王孝弘" userId="3dce8438-2a24-46fb-ac9c-ddffc43e6f5d" providerId="ADAL" clId="{15DDFAF5-8FAC-4BF1-A715-DF7A749AA57C}" dt="2026-09-04T14:46:48.057" v="8061" actId="167"/>
          <ac:picMkLst>
            <pc:docMk/>
            <pc:sldMk cId="4066720507" sldId="3327"/>
            <ac:picMk id="7" creationId="{6A7DF9F4-0222-1F79-C811-729CE98133A3}"/>
          </ac:picMkLst>
        </pc:picChg>
        <pc:cxnChg chg="mod">
          <ac:chgData name="資展國際 王孝弘" userId="3dce8438-2a24-46fb-ac9c-ddffc43e6f5d" providerId="ADAL" clId="{15DDFAF5-8FAC-4BF1-A715-DF7A749AA57C}" dt="2026-09-06T13:29:57.595" v="9655" actId="1076"/>
          <ac:cxnSpMkLst>
            <pc:docMk/>
            <pc:sldMk cId="4066720507" sldId="3327"/>
            <ac:cxnSpMk id="14" creationId="{CD9B2AE6-D9EE-BB4B-052F-51983D9957E6}"/>
          </ac:cxnSpMkLst>
        </pc:cxnChg>
      </pc:sldChg>
      <pc:sldChg chg="addSp delSp modSp new mod chgLayout">
        <pc:chgData name="資展國際 王孝弘" userId="3dce8438-2a24-46fb-ac9c-ddffc43e6f5d" providerId="ADAL" clId="{15DDFAF5-8FAC-4BF1-A715-DF7A749AA57C}" dt="2026-09-06T13:32:00.011" v="9729" actId="20577"/>
        <pc:sldMkLst>
          <pc:docMk/>
          <pc:sldMk cId="1680166554" sldId="3328"/>
        </pc:sldMkLst>
        <pc:spChg chg="mod ord">
          <ac:chgData name="資展國際 王孝弘" userId="3dce8438-2a24-46fb-ac9c-ddffc43e6f5d" providerId="ADAL" clId="{15DDFAF5-8FAC-4BF1-A715-DF7A749AA57C}" dt="2026-09-06T13:31:32.645" v="9677" actId="700"/>
          <ac:spMkLst>
            <pc:docMk/>
            <pc:sldMk cId="1680166554" sldId="3328"/>
            <ac:spMk id="2" creationId="{909504D1-7CAC-A987-EA5C-C3A86EEAA18A}"/>
          </ac:spMkLst>
        </pc:spChg>
        <pc:spChg chg="mod ord">
          <ac:chgData name="資展國際 王孝弘" userId="3dce8438-2a24-46fb-ac9c-ddffc43e6f5d" providerId="ADAL" clId="{15DDFAF5-8FAC-4BF1-A715-DF7A749AA57C}" dt="2026-09-06T13:31:32.645" v="9677" actId="700"/>
          <ac:spMkLst>
            <pc:docMk/>
            <pc:sldMk cId="1680166554" sldId="3328"/>
            <ac:spMk id="4" creationId="{69872960-CD7A-A3C5-2150-B523DC096397}"/>
          </ac:spMkLst>
        </pc:spChg>
        <pc:spChg chg="add mod">
          <ac:chgData name="資展國際 王孝弘" userId="3dce8438-2a24-46fb-ac9c-ddffc43e6f5d" providerId="ADAL" clId="{15DDFAF5-8FAC-4BF1-A715-DF7A749AA57C}" dt="2026-09-06T13:31:29.434" v="9676" actId="1076"/>
          <ac:spMkLst>
            <pc:docMk/>
            <pc:sldMk cId="1680166554" sldId="3328"/>
            <ac:spMk id="7" creationId="{7122C329-0B33-3843-FF69-77BE5467D7F0}"/>
          </ac:spMkLst>
        </pc:spChg>
        <pc:spChg chg="add mod">
          <ac:chgData name="資展國際 王孝弘" userId="3dce8438-2a24-46fb-ac9c-ddffc43e6f5d" providerId="ADAL" clId="{15DDFAF5-8FAC-4BF1-A715-DF7A749AA57C}" dt="2026-09-06T13:31:29.434" v="9676" actId="1076"/>
          <ac:spMkLst>
            <pc:docMk/>
            <pc:sldMk cId="1680166554" sldId="3328"/>
            <ac:spMk id="9" creationId="{72196EFE-8207-1F7F-CEA1-7A6B1470776D}"/>
          </ac:spMkLst>
        </pc:spChg>
        <pc:spChg chg="add mod ord">
          <ac:chgData name="資展國際 王孝弘" userId="3dce8438-2a24-46fb-ac9c-ddffc43e6f5d" providerId="ADAL" clId="{15DDFAF5-8FAC-4BF1-A715-DF7A749AA57C}" dt="2026-09-06T13:32:00.011" v="9729" actId="20577"/>
          <ac:spMkLst>
            <pc:docMk/>
            <pc:sldMk cId="1680166554" sldId="3328"/>
            <ac:spMk id="12" creationId="{A6E59D62-9166-7694-07C9-703FA75EDC1F}"/>
          </ac:spMkLst>
        </pc:spChg>
        <pc:picChg chg="add mod">
          <ac:chgData name="資展國際 王孝弘" userId="3dce8438-2a24-46fb-ac9c-ddffc43e6f5d" providerId="ADAL" clId="{15DDFAF5-8FAC-4BF1-A715-DF7A749AA57C}" dt="2026-09-06T13:31:29.434" v="9676" actId="1076"/>
          <ac:picMkLst>
            <pc:docMk/>
            <pc:sldMk cId="1680166554" sldId="3328"/>
            <ac:picMk id="6" creationId="{38BD3F0C-A690-5CDE-E7B7-9825BF4CE340}"/>
          </ac:picMkLst>
        </pc:picChg>
        <pc:picChg chg="add mod">
          <ac:chgData name="資展國際 王孝弘" userId="3dce8438-2a24-46fb-ac9c-ddffc43e6f5d" providerId="ADAL" clId="{15DDFAF5-8FAC-4BF1-A715-DF7A749AA57C}" dt="2026-09-06T13:31:29.434" v="9676" actId="1076"/>
          <ac:picMkLst>
            <pc:docMk/>
            <pc:sldMk cId="1680166554" sldId="3328"/>
            <ac:picMk id="8" creationId="{F8C9917D-57AE-CECA-6ED5-AAE49A7E0C92}"/>
          </ac:picMkLst>
        </pc:picChg>
        <pc:cxnChg chg="add mod">
          <ac:chgData name="資展國際 王孝弘" userId="3dce8438-2a24-46fb-ac9c-ddffc43e6f5d" providerId="ADAL" clId="{15DDFAF5-8FAC-4BF1-A715-DF7A749AA57C}" dt="2026-09-06T13:31:29.434" v="9676" actId="1076"/>
          <ac:cxnSpMkLst>
            <pc:docMk/>
            <pc:sldMk cId="1680166554" sldId="3328"/>
            <ac:cxnSpMk id="10" creationId="{7EB6D0D2-63F5-C311-E20E-BC54959CE0FC}"/>
          </ac:cxnSpMkLst>
        </pc:cxnChg>
      </pc:sldChg>
      <pc:sldChg chg="delSp modSp add mod">
        <pc:chgData name="資展國際 王孝弘" userId="3dce8438-2a24-46fb-ac9c-ddffc43e6f5d" providerId="ADAL" clId="{15DDFAF5-8FAC-4BF1-A715-DF7A749AA57C}" dt="2026-09-07T00:52:28.649" v="9843" actId="1076"/>
        <pc:sldMkLst>
          <pc:docMk/>
          <pc:sldMk cId="995923958" sldId="3329"/>
        </pc:sldMkLst>
        <pc:spChg chg="mod">
          <ac:chgData name="資展國際 王孝弘" userId="3dce8438-2a24-46fb-ac9c-ddffc43e6f5d" providerId="ADAL" clId="{15DDFAF5-8FAC-4BF1-A715-DF7A749AA57C}" dt="2026-09-07T00:52:28.649" v="9843" actId="1076"/>
          <ac:spMkLst>
            <pc:docMk/>
            <pc:sldMk cId="995923958" sldId="3329"/>
            <ac:spMk id="4" creationId="{74AD0C90-EDD5-9C0F-1960-1D1639FB4EB8}"/>
          </ac:spMkLst>
        </pc:spChg>
        <pc:spChg chg="mod">
          <ac:chgData name="資展國際 王孝弘" userId="3dce8438-2a24-46fb-ac9c-ddffc43e6f5d" providerId="ADAL" clId="{15DDFAF5-8FAC-4BF1-A715-DF7A749AA57C}" dt="2026-09-06T10:20:44.281" v="8504" actId="1076"/>
          <ac:spMkLst>
            <pc:docMk/>
            <pc:sldMk cId="995923958" sldId="3329"/>
            <ac:spMk id="8" creationId="{EB8D3EE0-68AA-B7CB-8E38-73A20251B34B}"/>
          </ac:spMkLst>
        </pc:spChg>
        <pc:spChg chg="mod">
          <ac:chgData name="資展國際 王孝弘" userId="3dce8438-2a24-46fb-ac9c-ddffc43e6f5d" providerId="ADAL" clId="{15DDFAF5-8FAC-4BF1-A715-DF7A749AA57C}" dt="2026-09-06T10:20:44.281" v="8504" actId="1076"/>
          <ac:spMkLst>
            <pc:docMk/>
            <pc:sldMk cId="995923958" sldId="3329"/>
            <ac:spMk id="10" creationId="{981A7492-D32B-9518-D620-410CC6803A38}"/>
          </ac:spMkLst>
        </pc:spChg>
        <pc:spChg chg="mod">
          <ac:chgData name="資展國際 王孝弘" userId="3dce8438-2a24-46fb-ac9c-ddffc43e6f5d" providerId="ADAL" clId="{15DDFAF5-8FAC-4BF1-A715-DF7A749AA57C}" dt="2026-09-06T10:21:49.720" v="8511" actId="6549"/>
          <ac:spMkLst>
            <pc:docMk/>
            <pc:sldMk cId="995923958" sldId="3329"/>
            <ac:spMk id="11" creationId="{C7B6DAB3-588F-5F0D-9D9F-0504E85DF815}"/>
          </ac:spMkLst>
        </pc:spChg>
        <pc:spChg chg="mod">
          <ac:chgData name="資展國際 王孝弘" userId="3dce8438-2a24-46fb-ac9c-ddffc43e6f5d" providerId="ADAL" clId="{15DDFAF5-8FAC-4BF1-A715-DF7A749AA57C}" dt="2026-09-06T10:20:44.281" v="8504" actId="1076"/>
          <ac:spMkLst>
            <pc:docMk/>
            <pc:sldMk cId="995923958" sldId="3329"/>
            <ac:spMk id="12" creationId="{01582E1A-28FF-51B5-97AB-CD271144130C}"/>
          </ac:spMkLst>
        </pc:spChg>
        <pc:spChg chg="mod">
          <ac:chgData name="資展國際 王孝弘" userId="3dce8438-2a24-46fb-ac9c-ddffc43e6f5d" providerId="ADAL" clId="{15DDFAF5-8FAC-4BF1-A715-DF7A749AA57C}" dt="2026-09-06T10:20:44.281" v="8504" actId="1076"/>
          <ac:spMkLst>
            <pc:docMk/>
            <pc:sldMk cId="995923958" sldId="3329"/>
            <ac:spMk id="13" creationId="{DD61F6DF-9164-F0EE-F1A1-5B095A09E774}"/>
          </ac:spMkLst>
        </pc:spChg>
        <pc:spChg chg="mod">
          <ac:chgData name="資展國際 王孝弘" userId="3dce8438-2a24-46fb-ac9c-ddffc43e6f5d" providerId="ADAL" clId="{15DDFAF5-8FAC-4BF1-A715-DF7A749AA57C}" dt="2026-09-06T10:20:44.281" v="8504" actId="1076"/>
          <ac:spMkLst>
            <pc:docMk/>
            <pc:sldMk cId="995923958" sldId="3329"/>
            <ac:spMk id="14" creationId="{EEC74083-9CCE-245E-3EA0-EB5D7D56EF38}"/>
          </ac:spMkLst>
        </pc:spChg>
      </pc:sldChg>
      <pc:sldChg chg="modSp add mod">
        <pc:chgData name="資展國際 王孝弘" userId="3dce8438-2a24-46fb-ac9c-ddffc43e6f5d" providerId="ADAL" clId="{15DDFAF5-8FAC-4BF1-A715-DF7A749AA57C}" dt="2026-09-06T11:56:01.605" v="8762" actId="20577"/>
        <pc:sldMkLst>
          <pc:docMk/>
          <pc:sldMk cId="1904156963" sldId="3331"/>
        </pc:sldMkLst>
        <pc:spChg chg="mod">
          <ac:chgData name="資展國際 王孝弘" userId="3dce8438-2a24-46fb-ac9c-ddffc43e6f5d" providerId="ADAL" clId="{15DDFAF5-8FAC-4BF1-A715-DF7A749AA57C}" dt="2026-09-06T11:56:01.605" v="8762" actId="20577"/>
          <ac:spMkLst>
            <pc:docMk/>
            <pc:sldMk cId="1904156963" sldId="3331"/>
            <ac:spMk id="3" creationId="{A674EC41-6468-5541-144B-BA83D161225F}"/>
          </ac:spMkLst>
        </pc:spChg>
      </pc:sldChg>
      <pc:sldChg chg="modSp new mod">
        <pc:chgData name="資展國際 王孝弘" userId="3dce8438-2a24-46fb-ac9c-ddffc43e6f5d" providerId="ADAL" clId="{15DDFAF5-8FAC-4BF1-A715-DF7A749AA57C}" dt="2026-09-06T12:15:20.798" v="8846" actId="20577"/>
        <pc:sldMkLst>
          <pc:docMk/>
          <pc:sldMk cId="2634806800" sldId="3332"/>
        </pc:sldMkLst>
        <pc:spChg chg="mod">
          <ac:chgData name="資展國際 王孝弘" userId="3dce8438-2a24-46fb-ac9c-ddffc43e6f5d" providerId="ADAL" clId="{15DDFAF5-8FAC-4BF1-A715-DF7A749AA57C}" dt="2026-09-06T12:15:11.954" v="8829" actId="20577"/>
          <ac:spMkLst>
            <pc:docMk/>
            <pc:sldMk cId="2634806800" sldId="3332"/>
            <ac:spMk id="2" creationId="{8618907C-CA7A-3CF7-C3B6-AE6FDC146539}"/>
          </ac:spMkLst>
        </pc:spChg>
        <pc:spChg chg="mod">
          <ac:chgData name="資展國際 王孝弘" userId="3dce8438-2a24-46fb-ac9c-ddffc43e6f5d" providerId="ADAL" clId="{15DDFAF5-8FAC-4BF1-A715-DF7A749AA57C}" dt="2026-09-06T12:15:20.798" v="8846" actId="20577"/>
          <ac:spMkLst>
            <pc:docMk/>
            <pc:sldMk cId="2634806800" sldId="3332"/>
            <ac:spMk id="3" creationId="{BA5BC615-6793-0115-C3D8-3879CFE31984}"/>
          </ac:spMkLst>
        </pc:spChg>
      </pc:sldChg>
      <pc:sldChg chg="modSp new mod">
        <pc:chgData name="資展國際 王孝弘" userId="3dce8438-2a24-46fb-ac9c-ddffc43e6f5d" providerId="ADAL" clId="{15DDFAF5-8FAC-4BF1-A715-DF7A749AA57C}" dt="2026-09-06T12:17:21.244" v="8914" actId="20577"/>
        <pc:sldMkLst>
          <pc:docMk/>
          <pc:sldMk cId="1978338600" sldId="3333"/>
        </pc:sldMkLst>
        <pc:spChg chg="mod">
          <ac:chgData name="資展國際 王孝弘" userId="3dce8438-2a24-46fb-ac9c-ddffc43e6f5d" providerId="ADAL" clId="{15DDFAF5-8FAC-4BF1-A715-DF7A749AA57C}" dt="2026-09-06T12:16:52.624" v="8878" actId="20577"/>
          <ac:spMkLst>
            <pc:docMk/>
            <pc:sldMk cId="1978338600" sldId="3333"/>
            <ac:spMk id="2" creationId="{61B231F0-F2A0-3624-60DD-E5F371F159AD}"/>
          </ac:spMkLst>
        </pc:spChg>
        <pc:spChg chg="mod">
          <ac:chgData name="資展國際 王孝弘" userId="3dce8438-2a24-46fb-ac9c-ddffc43e6f5d" providerId="ADAL" clId="{15DDFAF5-8FAC-4BF1-A715-DF7A749AA57C}" dt="2026-09-06T12:17:21.244" v="8914" actId="20577"/>
          <ac:spMkLst>
            <pc:docMk/>
            <pc:sldMk cId="1978338600" sldId="3333"/>
            <ac:spMk id="3" creationId="{33BDA3DE-695C-B3C0-079A-451ABA6BEDFD}"/>
          </ac:spMkLst>
        </pc:spChg>
      </pc:sldChg>
      <pc:sldChg chg="modSp new mod">
        <pc:chgData name="資展國際 王孝弘" userId="3dce8438-2a24-46fb-ac9c-ddffc43e6f5d" providerId="ADAL" clId="{15DDFAF5-8FAC-4BF1-A715-DF7A749AA57C}" dt="2026-09-06T12:19:36.260" v="8957"/>
        <pc:sldMkLst>
          <pc:docMk/>
          <pc:sldMk cId="1631713211" sldId="3334"/>
        </pc:sldMkLst>
        <pc:spChg chg="mod">
          <ac:chgData name="資展國際 王孝弘" userId="3dce8438-2a24-46fb-ac9c-ddffc43e6f5d" providerId="ADAL" clId="{15DDFAF5-8FAC-4BF1-A715-DF7A749AA57C}" dt="2026-09-06T12:19:35.215" v="8956" actId="21"/>
          <ac:spMkLst>
            <pc:docMk/>
            <pc:sldMk cId="1631713211" sldId="3334"/>
            <ac:spMk id="2" creationId="{D25ADBBC-2CA8-1FC6-4B46-93A023967480}"/>
          </ac:spMkLst>
        </pc:spChg>
        <pc:spChg chg="mod">
          <ac:chgData name="資展國際 王孝弘" userId="3dce8438-2a24-46fb-ac9c-ddffc43e6f5d" providerId="ADAL" clId="{15DDFAF5-8FAC-4BF1-A715-DF7A749AA57C}" dt="2026-09-06T12:19:36.260" v="8957"/>
          <ac:spMkLst>
            <pc:docMk/>
            <pc:sldMk cId="1631713211" sldId="3334"/>
            <ac:spMk id="3" creationId="{EA591990-CE25-3937-DCC8-A08545DA2433}"/>
          </ac:spMkLst>
        </pc:spChg>
      </pc:sldChg>
      <pc:sldChg chg="addSp delSp modSp add mod">
        <pc:chgData name="資展國際 王孝弘" userId="3dce8438-2a24-46fb-ac9c-ddffc43e6f5d" providerId="ADAL" clId="{15DDFAF5-8FAC-4BF1-A715-DF7A749AA57C}" dt="2026-09-06T12:24:33.226" v="8973" actId="1076"/>
        <pc:sldMkLst>
          <pc:docMk/>
          <pc:sldMk cId="3885042532" sldId="3335"/>
        </pc:sldMkLst>
        <pc:spChg chg="mod">
          <ac:chgData name="資展國際 王孝弘" userId="3dce8438-2a24-46fb-ac9c-ddffc43e6f5d" providerId="ADAL" clId="{15DDFAF5-8FAC-4BF1-A715-DF7A749AA57C}" dt="2026-09-06T12:23:34.104" v="8969" actId="20577"/>
          <ac:spMkLst>
            <pc:docMk/>
            <pc:sldMk cId="3885042532" sldId="3335"/>
            <ac:spMk id="2" creationId="{4621715A-8B88-3850-84D8-5578C88B5876}"/>
          </ac:spMkLst>
        </pc:spChg>
        <pc:picChg chg="add mod">
          <ac:chgData name="資展國際 王孝弘" userId="3dce8438-2a24-46fb-ac9c-ddffc43e6f5d" providerId="ADAL" clId="{15DDFAF5-8FAC-4BF1-A715-DF7A749AA57C}" dt="2026-09-06T12:24:33.226" v="8973" actId="1076"/>
          <ac:picMkLst>
            <pc:docMk/>
            <pc:sldMk cId="3885042532" sldId="3335"/>
            <ac:picMk id="7" creationId="{BE04F433-5086-3ED0-1DAC-1D43111F51B3}"/>
          </ac:picMkLst>
        </pc:picChg>
      </pc:sldChg>
      <pc:sldChg chg="add">
        <pc:chgData name="資展國際 王孝弘" userId="3dce8438-2a24-46fb-ac9c-ddffc43e6f5d" providerId="ADAL" clId="{15DDFAF5-8FAC-4BF1-A715-DF7A749AA57C}" dt="2026-09-07T01:18:52.810" v="9847"/>
        <pc:sldMkLst>
          <pc:docMk/>
          <pc:sldMk cId="1798567670" sldId="3336"/>
        </pc:sldMkLst>
      </pc:sldChg>
      <pc:sldChg chg="add">
        <pc:chgData name="資展國際 王孝弘" userId="3dce8438-2a24-46fb-ac9c-ddffc43e6f5d" providerId="ADAL" clId="{15DDFAF5-8FAC-4BF1-A715-DF7A749AA57C}" dt="2026-09-07T01:18:52.810" v="9847"/>
        <pc:sldMkLst>
          <pc:docMk/>
          <pc:sldMk cId="3157162139" sldId="3337"/>
        </pc:sldMkLst>
      </pc:sldChg>
      <pc:sldChg chg="add">
        <pc:chgData name="資展國際 王孝弘" userId="3dce8438-2a24-46fb-ac9c-ddffc43e6f5d" providerId="ADAL" clId="{15DDFAF5-8FAC-4BF1-A715-DF7A749AA57C}" dt="2026-09-07T01:18:52.810" v="9847"/>
        <pc:sldMkLst>
          <pc:docMk/>
          <pc:sldMk cId="3518291722" sldId="3339"/>
        </pc:sldMkLst>
      </pc:sldChg>
      <pc:sldChg chg="modSp new mod">
        <pc:chgData name="資展國際 王孝弘" userId="3dce8438-2a24-46fb-ac9c-ddffc43e6f5d" providerId="ADAL" clId="{15DDFAF5-8FAC-4BF1-A715-DF7A749AA57C}" dt="2026-09-06T13:26:37.556" v="9651" actId="20577"/>
        <pc:sldMkLst>
          <pc:docMk/>
          <pc:sldMk cId="642978715" sldId="3340"/>
        </pc:sldMkLst>
        <pc:spChg chg="mod">
          <ac:chgData name="資展國際 王孝弘" userId="3dce8438-2a24-46fb-ac9c-ddffc43e6f5d" providerId="ADAL" clId="{15DDFAF5-8FAC-4BF1-A715-DF7A749AA57C}" dt="2026-09-06T13:26:37.556" v="9651" actId="20577"/>
          <ac:spMkLst>
            <pc:docMk/>
            <pc:sldMk cId="642978715" sldId="3340"/>
            <ac:spMk id="2" creationId="{56B81A26-DABB-B1F2-A721-414E6999E6D8}"/>
          </ac:spMkLst>
        </pc:spChg>
      </pc:sldChg>
      <pc:sldChg chg="addSp modSp new mod modNotesTx">
        <pc:chgData name="資展國際 王孝弘" userId="3dce8438-2a24-46fb-ac9c-ddffc43e6f5d" providerId="ADAL" clId="{15DDFAF5-8FAC-4BF1-A715-DF7A749AA57C}" dt="2026-09-07T00:26:54.573" v="9832" actId="20577"/>
        <pc:sldMkLst>
          <pc:docMk/>
          <pc:sldMk cId="1280797681" sldId="3341"/>
        </pc:sldMkLst>
        <pc:spChg chg="mod">
          <ac:chgData name="資展國際 王孝弘" userId="3dce8438-2a24-46fb-ac9c-ddffc43e6f5d" providerId="ADAL" clId="{15DDFAF5-8FAC-4BF1-A715-DF7A749AA57C}" dt="2026-09-07T00:21:20.937" v="9775" actId="20577"/>
          <ac:spMkLst>
            <pc:docMk/>
            <pc:sldMk cId="1280797681" sldId="3341"/>
            <ac:spMk id="2" creationId="{541DDC0C-F907-5005-E461-46A0A5FEBCBC}"/>
          </ac:spMkLst>
        </pc:spChg>
        <pc:spChg chg="add mod">
          <ac:chgData name="資展國際 王孝弘" userId="3dce8438-2a24-46fb-ac9c-ddffc43e6f5d" providerId="ADAL" clId="{15DDFAF5-8FAC-4BF1-A715-DF7A749AA57C}" dt="2026-09-07T00:26:25.657" v="9811" actId="6549"/>
          <ac:spMkLst>
            <pc:docMk/>
            <pc:sldMk cId="1280797681" sldId="3341"/>
            <ac:spMk id="6" creationId="{339110E0-8870-0B82-1E48-17084DC98A29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 sz="1600" dirty="0">
                <a:latin typeface="Noto Sans TC" panose="020B0500000000000000" pitchFamily="34" charset="-120"/>
                <a:ea typeface="Noto Sans TC" panose="020B0500000000000000" pitchFamily="34" charset="-120"/>
              </a:rPr>
              <a:t>圖表標題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數列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工作表1!$A$2:$A$5</c:f>
              <c:strCache>
                <c:ptCount val="4"/>
                <c:pt idx="0">
                  <c:v>類別 1</c:v>
                </c:pt>
                <c:pt idx="1">
                  <c:v>類別 2</c:v>
                </c:pt>
                <c:pt idx="2">
                  <c:v>類別 3</c:v>
                </c:pt>
                <c:pt idx="3">
                  <c:v>類別 4</c:v>
                </c:pt>
              </c:strCache>
            </c:strRef>
          </c:cat>
          <c:val>
            <c:numRef>
              <c:f>工作表1!$B$2:$B$5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1C-4504-BA8E-3688CB1463E3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數列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工作表1!$A$2:$A$5</c:f>
              <c:strCache>
                <c:ptCount val="4"/>
                <c:pt idx="0">
                  <c:v>類別 1</c:v>
                </c:pt>
                <c:pt idx="1">
                  <c:v>類別 2</c:v>
                </c:pt>
                <c:pt idx="2">
                  <c:v>類別 3</c:v>
                </c:pt>
                <c:pt idx="3">
                  <c:v>類別 4</c:v>
                </c:pt>
              </c:strCache>
            </c:strRef>
          </c:cat>
          <c:val>
            <c:numRef>
              <c:f>工作表1!$C$2:$C$5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41C-4504-BA8E-3688CB1463E3}"/>
            </c:ext>
          </c:extLst>
        </c:ser>
        <c:ser>
          <c:idx val="2"/>
          <c:order val="2"/>
          <c:tx>
            <c:strRef>
              <c:f>工作表1!$D$1</c:f>
              <c:strCache>
                <c:ptCount val="1"/>
                <c:pt idx="0">
                  <c:v>數列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工作表1!$A$2:$A$5</c:f>
              <c:strCache>
                <c:ptCount val="4"/>
                <c:pt idx="0">
                  <c:v>類別 1</c:v>
                </c:pt>
                <c:pt idx="1">
                  <c:v>類別 2</c:v>
                </c:pt>
                <c:pt idx="2">
                  <c:v>類別 3</c:v>
                </c:pt>
                <c:pt idx="3">
                  <c:v>類別 4</c:v>
                </c:pt>
              </c:strCache>
            </c:strRef>
          </c:cat>
          <c:val>
            <c:numRef>
              <c:f>工作表1!$D$2:$D$5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41C-4504-BA8E-3688CB1463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21546704"/>
        <c:axId val="543306008"/>
      </c:barChart>
      <c:catAx>
        <c:axId val="721546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543306008"/>
        <c:crosses val="autoZero"/>
        <c:auto val="1"/>
        <c:lblAlgn val="ctr"/>
        <c:lblOffset val="100"/>
        <c:noMultiLvlLbl val="0"/>
      </c:catAx>
      <c:valAx>
        <c:axId val="5433060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215467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#1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#2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1#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1#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3#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258883-3535-4AFC-84E1-8B2D59BF932B}" type="doc">
      <dgm:prSet loTypeId="urn:microsoft.com/office/officeart/2008/layout/VerticalCurvedList" loCatId="list" qsTypeId="urn:microsoft.com/office/officeart/2005/8/quickstyle/simple1#1" qsCatId="simple" csTypeId="urn:microsoft.com/office/officeart/2005/8/colors/accent1_1" csCatId="accent1" phldr="1"/>
      <dgm:spPr/>
      <dgm:t>
        <a:bodyPr/>
        <a:lstStyle/>
        <a:p>
          <a:endParaRPr lang="zh-TW" altLang="en-US"/>
        </a:p>
      </dgm:t>
    </dgm:pt>
    <dgm:pt modelId="{1A676F92-C790-4C0E-9D59-7A4BAE969052}">
      <dgm:prSet phldrT="[文字]"/>
      <dgm:spPr/>
      <dgm:t>
        <a:bodyPr/>
        <a:lstStyle/>
        <a:p>
          <a:r>
            <a:rPr lang="en-US" altLang="zh-TW" dirty="0"/>
            <a:t>Ajax </a:t>
          </a:r>
          <a:r>
            <a:rPr lang="zh-TW" altLang="en-US" dirty="0"/>
            <a:t>開始之前</a:t>
          </a:r>
        </a:p>
      </dgm:t>
    </dgm:pt>
    <dgm:pt modelId="{B02DC8F0-7A18-4F25-BCFA-4FA7D1F9739F}" type="parTrans" cxnId="{DC0BFF15-505D-40CD-8448-6DC4FF5DAD78}">
      <dgm:prSet/>
      <dgm:spPr/>
      <dgm:t>
        <a:bodyPr/>
        <a:lstStyle/>
        <a:p>
          <a:endParaRPr lang="zh-TW" altLang="en-US"/>
        </a:p>
      </dgm:t>
    </dgm:pt>
    <dgm:pt modelId="{615EC8F8-DBF3-430C-87D9-5A11F19249C7}" type="sibTrans" cxnId="{DC0BFF15-505D-40CD-8448-6DC4FF5DAD78}">
      <dgm:prSet/>
      <dgm:spPr/>
      <dgm:t>
        <a:bodyPr/>
        <a:lstStyle/>
        <a:p>
          <a:endParaRPr lang="zh-TW" altLang="en-US"/>
        </a:p>
      </dgm:t>
    </dgm:pt>
    <dgm:pt modelId="{670F5306-B47B-44B0-836E-55ABBFBA2F19}">
      <dgm:prSet phldrT="[文字]"/>
      <dgm:spPr/>
      <dgm:t>
        <a:bodyPr/>
        <a:lstStyle/>
        <a:p>
          <a:r>
            <a:rPr lang="en-US" altLang="en-US" dirty="0"/>
            <a:t>Ajax </a:t>
          </a:r>
          <a:r>
            <a:rPr lang="zh-TW" altLang="en-US" dirty="0"/>
            <a:t>程式開發使用 </a:t>
          </a:r>
          <a:r>
            <a:rPr lang="en-US" altLang="zh-TW" dirty="0"/>
            <a:t>fetch()</a:t>
          </a:r>
        </a:p>
      </dgm:t>
    </dgm:pt>
    <dgm:pt modelId="{75A0D6CD-8625-46D8-930D-98AA1024AD09}" type="parTrans" cxnId="{186D01C2-3BEB-43B9-87D7-5B17577186DB}">
      <dgm:prSet/>
      <dgm:spPr/>
      <dgm:t>
        <a:bodyPr/>
        <a:lstStyle/>
        <a:p>
          <a:endParaRPr lang="zh-TW" altLang="en-US"/>
        </a:p>
      </dgm:t>
    </dgm:pt>
    <dgm:pt modelId="{D78B9FA6-7FBA-490A-984B-9215CDDF7943}" type="sibTrans" cxnId="{186D01C2-3BEB-43B9-87D7-5B17577186DB}">
      <dgm:prSet/>
      <dgm:spPr/>
      <dgm:t>
        <a:bodyPr/>
        <a:lstStyle/>
        <a:p>
          <a:endParaRPr lang="zh-TW" altLang="en-US"/>
        </a:p>
      </dgm:t>
    </dgm:pt>
    <dgm:pt modelId="{747044A1-6729-4A70-9B9C-9742B8361968}">
      <dgm:prSet/>
      <dgm:spPr/>
      <dgm:t>
        <a:bodyPr/>
        <a:lstStyle/>
        <a:p>
          <a:r>
            <a:rPr lang="zh-TW" altLang="en-US" dirty="0"/>
            <a:t>附錄</a:t>
          </a:r>
          <a:r>
            <a:rPr lang="en-US" altLang="zh-TW" dirty="0"/>
            <a:t>(</a:t>
          </a:r>
          <a:r>
            <a:rPr lang="zh-TW" altLang="en-US" dirty="0"/>
            <a:t>自行參考</a:t>
          </a:r>
          <a:r>
            <a:rPr lang="en-US" altLang="zh-TW" dirty="0"/>
            <a:t>)</a:t>
          </a:r>
          <a:endParaRPr lang="zh-TW" altLang="en-US" dirty="0"/>
        </a:p>
      </dgm:t>
    </dgm:pt>
    <dgm:pt modelId="{B1BB8F57-A395-49F2-B090-49610A9C7719}" type="parTrans" cxnId="{49FA17BA-74F8-47BE-8FF6-43047C964BE6}">
      <dgm:prSet/>
      <dgm:spPr/>
      <dgm:t>
        <a:bodyPr/>
        <a:lstStyle/>
        <a:p>
          <a:endParaRPr lang="zh-TW" altLang="en-US"/>
        </a:p>
      </dgm:t>
    </dgm:pt>
    <dgm:pt modelId="{6DCB2B88-B993-4386-BB2E-A5ABCA4CFAB9}" type="sibTrans" cxnId="{49FA17BA-74F8-47BE-8FF6-43047C964BE6}">
      <dgm:prSet/>
      <dgm:spPr/>
      <dgm:t>
        <a:bodyPr/>
        <a:lstStyle/>
        <a:p>
          <a:endParaRPr lang="zh-TW" altLang="en-US"/>
        </a:p>
      </dgm:t>
    </dgm:pt>
    <dgm:pt modelId="{F3520850-62CD-49EF-9AAD-E0B153A482C4}">
      <dgm:prSet/>
      <dgm:spPr/>
      <dgm:t>
        <a:bodyPr/>
        <a:lstStyle/>
        <a:p>
          <a:r>
            <a:rPr lang="zh-TW" altLang="en-US" dirty="0"/>
            <a:t>關於 </a:t>
          </a:r>
          <a:r>
            <a:rPr lang="en-US" altLang="en-US" dirty="0"/>
            <a:t>Restful API</a:t>
          </a:r>
          <a:endParaRPr lang="en-US" altLang="zh-TW" dirty="0"/>
        </a:p>
      </dgm:t>
    </dgm:pt>
    <dgm:pt modelId="{B1992BA3-BC8C-4F32-AA17-208AE3F06F9B}" type="parTrans" cxnId="{2911B10D-B99E-4BF9-A438-08EC5C7049A3}">
      <dgm:prSet/>
      <dgm:spPr/>
      <dgm:t>
        <a:bodyPr/>
        <a:lstStyle/>
        <a:p>
          <a:endParaRPr lang="zh-TW" altLang="en-US"/>
        </a:p>
      </dgm:t>
    </dgm:pt>
    <dgm:pt modelId="{BE420D04-8D4A-4161-B090-D68AD67A6F9C}" type="sibTrans" cxnId="{2911B10D-B99E-4BF9-A438-08EC5C7049A3}">
      <dgm:prSet/>
      <dgm:spPr/>
      <dgm:t>
        <a:bodyPr/>
        <a:lstStyle/>
        <a:p>
          <a:endParaRPr lang="zh-TW" altLang="en-US"/>
        </a:p>
      </dgm:t>
    </dgm:pt>
    <dgm:pt modelId="{2B46F915-1684-472D-AB40-403FDB087A0A}" type="pres">
      <dgm:prSet presAssocID="{54258883-3535-4AFC-84E1-8B2D59BF932B}" presName="Name0" presStyleCnt="0">
        <dgm:presLayoutVars>
          <dgm:chMax val="7"/>
          <dgm:chPref val="7"/>
          <dgm:dir/>
        </dgm:presLayoutVars>
      </dgm:prSet>
      <dgm:spPr/>
    </dgm:pt>
    <dgm:pt modelId="{0CCC617D-30C3-449D-A00F-C85B6C445300}" type="pres">
      <dgm:prSet presAssocID="{54258883-3535-4AFC-84E1-8B2D59BF932B}" presName="Name1" presStyleCnt="0"/>
      <dgm:spPr/>
    </dgm:pt>
    <dgm:pt modelId="{DD672BBB-EF5F-466A-B785-D7EA1F5BB84E}" type="pres">
      <dgm:prSet presAssocID="{54258883-3535-4AFC-84E1-8B2D59BF932B}" presName="cycle" presStyleCnt="0"/>
      <dgm:spPr/>
    </dgm:pt>
    <dgm:pt modelId="{33F396B3-63D7-4A86-AB9F-916F056752C9}" type="pres">
      <dgm:prSet presAssocID="{54258883-3535-4AFC-84E1-8B2D59BF932B}" presName="srcNode" presStyleLbl="node1" presStyleIdx="0" presStyleCnt="4"/>
      <dgm:spPr/>
    </dgm:pt>
    <dgm:pt modelId="{E5B4E5E7-22A4-431E-96F2-88D497EBAB49}" type="pres">
      <dgm:prSet presAssocID="{54258883-3535-4AFC-84E1-8B2D59BF932B}" presName="conn" presStyleLbl="parChTrans1D2" presStyleIdx="0" presStyleCnt="1"/>
      <dgm:spPr/>
    </dgm:pt>
    <dgm:pt modelId="{F1537C77-6206-4144-B7B3-D6C2F62AB24B}" type="pres">
      <dgm:prSet presAssocID="{54258883-3535-4AFC-84E1-8B2D59BF932B}" presName="extraNode" presStyleLbl="node1" presStyleIdx="0" presStyleCnt="4"/>
      <dgm:spPr/>
    </dgm:pt>
    <dgm:pt modelId="{5E83B1CD-A691-4D19-8802-CADF48244FEC}" type="pres">
      <dgm:prSet presAssocID="{54258883-3535-4AFC-84E1-8B2D59BF932B}" presName="dstNode" presStyleLbl="node1" presStyleIdx="0" presStyleCnt="4"/>
      <dgm:spPr/>
    </dgm:pt>
    <dgm:pt modelId="{39477E05-6A98-4160-9D1F-640AC2546855}" type="pres">
      <dgm:prSet presAssocID="{1A676F92-C790-4C0E-9D59-7A4BAE969052}" presName="text_1" presStyleLbl="node1" presStyleIdx="0" presStyleCnt="4">
        <dgm:presLayoutVars>
          <dgm:bulletEnabled val="1"/>
        </dgm:presLayoutVars>
      </dgm:prSet>
      <dgm:spPr/>
    </dgm:pt>
    <dgm:pt modelId="{792C5026-F936-454A-A690-287AA582AF58}" type="pres">
      <dgm:prSet presAssocID="{1A676F92-C790-4C0E-9D59-7A4BAE969052}" presName="accent_1" presStyleCnt="0"/>
      <dgm:spPr/>
    </dgm:pt>
    <dgm:pt modelId="{2704565D-5E31-40F6-8E56-F88A0686998A}" type="pres">
      <dgm:prSet presAssocID="{1A676F92-C790-4C0E-9D59-7A4BAE969052}" presName="accentRepeatNode" presStyleLbl="solidFgAcc1" presStyleIdx="0" presStyleCnt="4"/>
      <dgm:spPr/>
    </dgm:pt>
    <dgm:pt modelId="{07D5A455-32E3-4FBF-B578-9F968960C251}" type="pres">
      <dgm:prSet presAssocID="{F3520850-62CD-49EF-9AAD-E0B153A482C4}" presName="text_2" presStyleLbl="node1" presStyleIdx="1" presStyleCnt="4">
        <dgm:presLayoutVars>
          <dgm:bulletEnabled val="1"/>
        </dgm:presLayoutVars>
      </dgm:prSet>
      <dgm:spPr/>
    </dgm:pt>
    <dgm:pt modelId="{B40F7821-1B8C-4C69-B079-5258F0CE8429}" type="pres">
      <dgm:prSet presAssocID="{F3520850-62CD-49EF-9AAD-E0B153A482C4}" presName="accent_2" presStyleCnt="0"/>
      <dgm:spPr/>
    </dgm:pt>
    <dgm:pt modelId="{751FCBBD-977D-4C42-BDDA-AEEED59BE3AA}" type="pres">
      <dgm:prSet presAssocID="{F3520850-62CD-49EF-9AAD-E0B153A482C4}" presName="accentRepeatNode" presStyleLbl="solidFgAcc1" presStyleIdx="1" presStyleCnt="4"/>
      <dgm:spPr/>
    </dgm:pt>
    <dgm:pt modelId="{83647110-254C-48A9-B37F-474606370708}" type="pres">
      <dgm:prSet presAssocID="{670F5306-B47B-44B0-836E-55ABBFBA2F19}" presName="text_3" presStyleLbl="node1" presStyleIdx="2" presStyleCnt="4">
        <dgm:presLayoutVars>
          <dgm:bulletEnabled val="1"/>
        </dgm:presLayoutVars>
      </dgm:prSet>
      <dgm:spPr/>
    </dgm:pt>
    <dgm:pt modelId="{45669760-6932-4C7E-A6A2-3DFF44E66362}" type="pres">
      <dgm:prSet presAssocID="{670F5306-B47B-44B0-836E-55ABBFBA2F19}" presName="accent_3" presStyleCnt="0"/>
      <dgm:spPr/>
    </dgm:pt>
    <dgm:pt modelId="{142DA942-34F1-45F5-84C5-DEE7812BFBE7}" type="pres">
      <dgm:prSet presAssocID="{670F5306-B47B-44B0-836E-55ABBFBA2F19}" presName="accentRepeatNode" presStyleLbl="solidFgAcc1" presStyleIdx="2" presStyleCnt="4"/>
      <dgm:spPr/>
    </dgm:pt>
    <dgm:pt modelId="{B195E356-CFDE-46BA-A3EE-B48C2E14B772}" type="pres">
      <dgm:prSet presAssocID="{747044A1-6729-4A70-9B9C-9742B8361968}" presName="text_4" presStyleLbl="node1" presStyleIdx="3" presStyleCnt="4">
        <dgm:presLayoutVars>
          <dgm:bulletEnabled val="1"/>
        </dgm:presLayoutVars>
      </dgm:prSet>
      <dgm:spPr/>
    </dgm:pt>
    <dgm:pt modelId="{DE9C6E17-3D9E-42BE-B5BB-A7DE8C91C489}" type="pres">
      <dgm:prSet presAssocID="{747044A1-6729-4A70-9B9C-9742B8361968}" presName="accent_4" presStyleCnt="0"/>
      <dgm:spPr/>
    </dgm:pt>
    <dgm:pt modelId="{475F261C-84CA-4C57-865A-FB8B1F62D485}" type="pres">
      <dgm:prSet presAssocID="{747044A1-6729-4A70-9B9C-9742B8361968}" presName="accentRepeatNode" presStyleLbl="solidFgAcc1" presStyleIdx="3" presStyleCnt="4"/>
      <dgm:spPr/>
    </dgm:pt>
  </dgm:ptLst>
  <dgm:cxnLst>
    <dgm:cxn modelId="{2911B10D-B99E-4BF9-A438-08EC5C7049A3}" srcId="{54258883-3535-4AFC-84E1-8B2D59BF932B}" destId="{F3520850-62CD-49EF-9AAD-E0B153A482C4}" srcOrd="1" destOrd="0" parTransId="{B1992BA3-BC8C-4F32-AA17-208AE3F06F9B}" sibTransId="{BE420D04-8D4A-4161-B090-D68AD67A6F9C}"/>
    <dgm:cxn modelId="{DC0BFF15-505D-40CD-8448-6DC4FF5DAD78}" srcId="{54258883-3535-4AFC-84E1-8B2D59BF932B}" destId="{1A676F92-C790-4C0E-9D59-7A4BAE969052}" srcOrd="0" destOrd="0" parTransId="{B02DC8F0-7A18-4F25-BCFA-4FA7D1F9739F}" sibTransId="{615EC8F8-DBF3-430C-87D9-5A11F19249C7}"/>
    <dgm:cxn modelId="{601ECD2D-970F-48E3-A96B-9A3DAC009D30}" type="presOf" srcId="{670F5306-B47B-44B0-836E-55ABBFBA2F19}" destId="{83647110-254C-48A9-B37F-474606370708}" srcOrd="0" destOrd="0" presId="urn:microsoft.com/office/officeart/2008/layout/VerticalCurvedList"/>
    <dgm:cxn modelId="{302ED94A-F7E4-4E24-85DC-2ED98281E6B8}" type="presOf" srcId="{54258883-3535-4AFC-84E1-8B2D59BF932B}" destId="{2B46F915-1684-472D-AB40-403FDB087A0A}" srcOrd="0" destOrd="0" presId="urn:microsoft.com/office/officeart/2008/layout/VerticalCurvedList"/>
    <dgm:cxn modelId="{47CA22AC-7FC7-4789-9681-5C7F17133C7C}" type="presOf" srcId="{747044A1-6729-4A70-9B9C-9742B8361968}" destId="{B195E356-CFDE-46BA-A3EE-B48C2E14B772}" srcOrd="0" destOrd="0" presId="urn:microsoft.com/office/officeart/2008/layout/VerticalCurvedList"/>
    <dgm:cxn modelId="{49FA17BA-74F8-47BE-8FF6-43047C964BE6}" srcId="{54258883-3535-4AFC-84E1-8B2D59BF932B}" destId="{747044A1-6729-4A70-9B9C-9742B8361968}" srcOrd="3" destOrd="0" parTransId="{B1BB8F57-A395-49F2-B090-49610A9C7719}" sibTransId="{6DCB2B88-B993-4386-BB2E-A5ABCA4CFAB9}"/>
    <dgm:cxn modelId="{186D01C2-3BEB-43B9-87D7-5B17577186DB}" srcId="{54258883-3535-4AFC-84E1-8B2D59BF932B}" destId="{670F5306-B47B-44B0-836E-55ABBFBA2F19}" srcOrd="2" destOrd="0" parTransId="{75A0D6CD-8625-46D8-930D-98AA1024AD09}" sibTransId="{D78B9FA6-7FBA-490A-984B-9215CDDF7943}"/>
    <dgm:cxn modelId="{B461D6D0-5C1F-4A43-B4C1-7B1F2000CBCE}" type="presOf" srcId="{1A676F92-C790-4C0E-9D59-7A4BAE969052}" destId="{39477E05-6A98-4160-9D1F-640AC2546855}" srcOrd="0" destOrd="0" presId="urn:microsoft.com/office/officeart/2008/layout/VerticalCurvedList"/>
    <dgm:cxn modelId="{5E716ADB-6E6F-4D08-91B1-2C2B28C1A32F}" type="presOf" srcId="{615EC8F8-DBF3-430C-87D9-5A11F19249C7}" destId="{E5B4E5E7-22A4-431E-96F2-88D497EBAB49}" srcOrd="0" destOrd="0" presId="urn:microsoft.com/office/officeart/2008/layout/VerticalCurvedList"/>
    <dgm:cxn modelId="{402664EB-EE84-491E-849C-BE94AE7D0A01}" type="presOf" srcId="{F3520850-62CD-49EF-9AAD-E0B153A482C4}" destId="{07D5A455-32E3-4FBF-B578-9F968960C251}" srcOrd="0" destOrd="0" presId="urn:microsoft.com/office/officeart/2008/layout/VerticalCurvedList"/>
    <dgm:cxn modelId="{E8897628-8013-42CE-94C2-6C1294653814}" type="presParOf" srcId="{2B46F915-1684-472D-AB40-403FDB087A0A}" destId="{0CCC617D-30C3-449D-A00F-C85B6C445300}" srcOrd="0" destOrd="0" presId="urn:microsoft.com/office/officeart/2008/layout/VerticalCurvedList"/>
    <dgm:cxn modelId="{C3DECD6D-1CF7-49F4-B0E4-837B140F7F08}" type="presParOf" srcId="{0CCC617D-30C3-449D-A00F-C85B6C445300}" destId="{DD672BBB-EF5F-466A-B785-D7EA1F5BB84E}" srcOrd="0" destOrd="0" presId="urn:microsoft.com/office/officeart/2008/layout/VerticalCurvedList"/>
    <dgm:cxn modelId="{719E8BFF-AC5D-44C3-8D88-959B7D545930}" type="presParOf" srcId="{DD672BBB-EF5F-466A-B785-D7EA1F5BB84E}" destId="{33F396B3-63D7-4A86-AB9F-916F056752C9}" srcOrd="0" destOrd="0" presId="urn:microsoft.com/office/officeart/2008/layout/VerticalCurvedList"/>
    <dgm:cxn modelId="{E1824457-48EE-4C34-A74F-394F950A2F80}" type="presParOf" srcId="{DD672BBB-EF5F-466A-B785-D7EA1F5BB84E}" destId="{E5B4E5E7-22A4-431E-96F2-88D497EBAB49}" srcOrd="1" destOrd="0" presId="urn:microsoft.com/office/officeart/2008/layout/VerticalCurvedList"/>
    <dgm:cxn modelId="{ED54F123-A861-44A7-9B08-A1CF96545303}" type="presParOf" srcId="{DD672BBB-EF5F-466A-B785-D7EA1F5BB84E}" destId="{F1537C77-6206-4144-B7B3-D6C2F62AB24B}" srcOrd="2" destOrd="0" presId="urn:microsoft.com/office/officeart/2008/layout/VerticalCurvedList"/>
    <dgm:cxn modelId="{F3E8F687-EC13-4D3E-AEB3-67173D955A1D}" type="presParOf" srcId="{DD672BBB-EF5F-466A-B785-D7EA1F5BB84E}" destId="{5E83B1CD-A691-4D19-8802-CADF48244FEC}" srcOrd="3" destOrd="0" presId="urn:microsoft.com/office/officeart/2008/layout/VerticalCurvedList"/>
    <dgm:cxn modelId="{7C4AC955-58CB-4CFC-87C9-A25B329C3ED5}" type="presParOf" srcId="{0CCC617D-30C3-449D-A00F-C85B6C445300}" destId="{39477E05-6A98-4160-9D1F-640AC2546855}" srcOrd="1" destOrd="0" presId="urn:microsoft.com/office/officeart/2008/layout/VerticalCurvedList"/>
    <dgm:cxn modelId="{A0D263C4-659E-468A-B050-342AD3E02FC9}" type="presParOf" srcId="{0CCC617D-30C3-449D-A00F-C85B6C445300}" destId="{792C5026-F936-454A-A690-287AA582AF58}" srcOrd="2" destOrd="0" presId="urn:microsoft.com/office/officeart/2008/layout/VerticalCurvedList"/>
    <dgm:cxn modelId="{81BB6C60-7F4C-4C8C-87A8-0CB8ABDB8C87}" type="presParOf" srcId="{792C5026-F936-454A-A690-287AA582AF58}" destId="{2704565D-5E31-40F6-8E56-F88A0686998A}" srcOrd="0" destOrd="0" presId="urn:microsoft.com/office/officeart/2008/layout/VerticalCurvedList"/>
    <dgm:cxn modelId="{2E1D1E1F-02D8-4561-9508-659E466AB203}" type="presParOf" srcId="{0CCC617D-30C3-449D-A00F-C85B6C445300}" destId="{07D5A455-32E3-4FBF-B578-9F968960C251}" srcOrd="3" destOrd="0" presId="urn:microsoft.com/office/officeart/2008/layout/VerticalCurvedList"/>
    <dgm:cxn modelId="{3FA9F067-D244-4B60-9E7D-61777A158A8B}" type="presParOf" srcId="{0CCC617D-30C3-449D-A00F-C85B6C445300}" destId="{B40F7821-1B8C-4C69-B079-5258F0CE8429}" srcOrd="4" destOrd="0" presId="urn:microsoft.com/office/officeart/2008/layout/VerticalCurvedList"/>
    <dgm:cxn modelId="{5ED97469-48E8-427C-9F23-031CF32D356D}" type="presParOf" srcId="{B40F7821-1B8C-4C69-B079-5258F0CE8429}" destId="{751FCBBD-977D-4C42-BDDA-AEEED59BE3AA}" srcOrd="0" destOrd="0" presId="urn:microsoft.com/office/officeart/2008/layout/VerticalCurvedList"/>
    <dgm:cxn modelId="{13ED02E2-A494-4516-9D14-75C89C104E09}" type="presParOf" srcId="{0CCC617D-30C3-449D-A00F-C85B6C445300}" destId="{83647110-254C-48A9-B37F-474606370708}" srcOrd="5" destOrd="0" presId="urn:microsoft.com/office/officeart/2008/layout/VerticalCurvedList"/>
    <dgm:cxn modelId="{20DB67A6-DA1A-48C2-B60D-B09015D92C01}" type="presParOf" srcId="{0CCC617D-30C3-449D-A00F-C85B6C445300}" destId="{45669760-6932-4C7E-A6A2-3DFF44E66362}" srcOrd="6" destOrd="0" presId="urn:microsoft.com/office/officeart/2008/layout/VerticalCurvedList"/>
    <dgm:cxn modelId="{257CB107-94CF-473F-B470-6114199C6DBE}" type="presParOf" srcId="{45669760-6932-4C7E-A6A2-3DFF44E66362}" destId="{142DA942-34F1-45F5-84C5-DEE7812BFBE7}" srcOrd="0" destOrd="0" presId="urn:microsoft.com/office/officeart/2008/layout/VerticalCurvedList"/>
    <dgm:cxn modelId="{00FD41AC-EBF8-4710-A881-1C1F1B75E403}" type="presParOf" srcId="{0CCC617D-30C3-449D-A00F-C85B6C445300}" destId="{B195E356-CFDE-46BA-A3EE-B48C2E14B772}" srcOrd="7" destOrd="0" presId="urn:microsoft.com/office/officeart/2008/layout/VerticalCurvedList"/>
    <dgm:cxn modelId="{98DC800F-A73D-4205-B5BB-5528D2B43668}" type="presParOf" srcId="{0CCC617D-30C3-449D-A00F-C85B6C445300}" destId="{DE9C6E17-3D9E-42BE-B5BB-A7DE8C91C489}" srcOrd="8" destOrd="0" presId="urn:microsoft.com/office/officeart/2008/layout/VerticalCurvedList"/>
    <dgm:cxn modelId="{96B437B5-F97D-410C-97A1-B608EE20245B}" type="presParOf" srcId="{DE9C6E17-3D9E-42BE-B5BB-A7DE8C91C489}" destId="{475F261C-84CA-4C57-865A-FB8B1F62D48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D8335CC-77A4-4B23-A083-CD41097BD722}" type="doc">
      <dgm:prSet loTypeId="urn:microsoft.com/office/officeart/2005/8/layout/hProcess11" loCatId="process" qsTypeId="urn:microsoft.com/office/officeart/2005/8/quickstyle/simple1#3" qsCatId="simple" csTypeId="urn:microsoft.com/office/officeart/2005/8/colors/colorful3#1" csCatId="colorful" phldr="1"/>
      <dgm:spPr/>
    </dgm:pt>
    <dgm:pt modelId="{CB38C93D-61FC-4784-ABA6-293B92FE2F60}">
      <dgm:prSet phldrT="[文字]" custT="1"/>
      <dgm:spPr/>
      <dgm:t>
        <a:bodyPr/>
        <a:lstStyle/>
        <a:p>
          <a:r>
            <a:rPr lang="zh-TW" altLang="en-US" sz="2000" dirty="0"/>
            <a:t>洗臉</a:t>
          </a:r>
          <a:r>
            <a:rPr lang="en-US" altLang="zh-TW" sz="2000" dirty="0"/>
            <a:t>3</a:t>
          </a:r>
          <a:r>
            <a:rPr lang="zh-TW" altLang="en-US" sz="2000" dirty="0"/>
            <a:t>分鐘</a:t>
          </a:r>
        </a:p>
      </dgm:t>
    </dgm:pt>
    <dgm:pt modelId="{4400FFD7-55C1-4697-B660-21C2D3BF15C2}" type="parTrans" cxnId="{6C027879-23BB-4744-96C1-F9FDCA3F4726}">
      <dgm:prSet/>
      <dgm:spPr/>
      <dgm:t>
        <a:bodyPr/>
        <a:lstStyle/>
        <a:p>
          <a:endParaRPr lang="zh-TW" altLang="en-US" sz="2000"/>
        </a:p>
      </dgm:t>
    </dgm:pt>
    <dgm:pt modelId="{03276A93-41CA-41DA-910E-E0174ED6DA3B}" type="sibTrans" cxnId="{6C027879-23BB-4744-96C1-F9FDCA3F4726}">
      <dgm:prSet/>
      <dgm:spPr/>
      <dgm:t>
        <a:bodyPr/>
        <a:lstStyle/>
        <a:p>
          <a:endParaRPr lang="zh-TW" altLang="en-US" sz="2000"/>
        </a:p>
      </dgm:t>
    </dgm:pt>
    <dgm:pt modelId="{5E784938-009E-42EC-A45C-1A08403B1E65}">
      <dgm:prSet phldrT="[文字]" custT="1"/>
      <dgm:spPr/>
      <dgm:t>
        <a:bodyPr/>
        <a:lstStyle/>
        <a:p>
          <a:r>
            <a:rPr lang="zh-TW" altLang="en-US" sz="2000" dirty="0"/>
            <a:t>吃早餐</a:t>
          </a:r>
        </a:p>
      </dgm:t>
    </dgm:pt>
    <dgm:pt modelId="{2324CA79-37E9-4B67-84D1-CA8CB512D633}" type="parTrans" cxnId="{18CC38D3-CF08-46F3-B75B-2DAC71D7721A}">
      <dgm:prSet/>
      <dgm:spPr/>
      <dgm:t>
        <a:bodyPr/>
        <a:lstStyle/>
        <a:p>
          <a:endParaRPr lang="zh-TW" altLang="en-US" sz="2000"/>
        </a:p>
      </dgm:t>
    </dgm:pt>
    <dgm:pt modelId="{D502A9B5-D583-453F-AEC2-F35146C9F56D}" type="sibTrans" cxnId="{18CC38D3-CF08-46F3-B75B-2DAC71D7721A}">
      <dgm:prSet/>
      <dgm:spPr/>
      <dgm:t>
        <a:bodyPr/>
        <a:lstStyle/>
        <a:p>
          <a:endParaRPr lang="zh-TW" altLang="en-US" sz="2000"/>
        </a:p>
      </dgm:t>
    </dgm:pt>
    <dgm:pt modelId="{8A02B813-F80A-4673-8109-5A85A1E9986A}">
      <dgm:prSet phldrT="[文字]" custT="1"/>
      <dgm:spPr/>
      <dgm:t>
        <a:bodyPr/>
        <a:lstStyle/>
        <a:p>
          <a:r>
            <a:rPr lang="zh-TW" altLang="en-US" sz="2000" dirty="0"/>
            <a:t>刷牙</a:t>
          </a:r>
          <a:r>
            <a:rPr lang="en-US" altLang="zh-TW" sz="2000" dirty="0"/>
            <a:t>3</a:t>
          </a:r>
          <a:r>
            <a:rPr lang="zh-TW" altLang="en-US" sz="2000" dirty="0"/>
            <a:t>分鐘</a:t>
          </a:r>
        </a:p>
      </dgm:t>
    </dgm:pt>
    <dgm:pt modelId="{F963CD86-904D-4AE5-AAE8-B7C9EAE452A8}" type="parTrans" cxnId="{ED4D1115-2754-407A-BC57-5F2FCD0C5181}">
      <dgm:prSet/>
      <dgm:spPr/>
      <dgm:t>
        <a:bodyPr/>
        <a:lstStyle/>
        <a:p>
          <a:endParaRPr lang="zh-TW" altLang="en-US" sz="2000"/>
        </a:p>
      </dgm:t>
    </dgm:pt>
    <dgm:pt modelId="{7ABE53F6-2C16-441C-A23E-2635A91CFC38}" type="sibTrans" cxnId="{ED4D1115-2754-407A-BC57-5F2FCD0C5181}">
      <dgm:prSet/>
      <dgm:spPr/>
      <dgm:t>
        <a:bodyPr/>
        <a:lstStyle/>
        <a:p>
          <a:endParaRPr lang="zh-TW" altLang="en-US" sz="2000"/>
        </a:p>
      </dgm:t>
    </dgm:pt>
    <dgm:pt modelId="{EF832BD4-4052-40C0-9319-B037F5DB90EC}">
      <dgm:prSet phldrT="[文字]" custT="1"/>
      <dgm:spPr/>
      <dgm:t>
        <a:bodyPr/>
        <a:lstStyle/>
        <a:p>
          <a:r>
            <a:rPr lang="zh-TW" altLang="en-US" sz="2000" dirty="0"/>
            <a:t>蒸蛋</a:t>
          </a:r>
          <a:r>
            <a:rPr lang="en-US" altLang="zh-TW" sz="2000" dirty="0"/>
            <a:t>10</a:t>
          </a:r>
          <a:r>
            <a:rPr lang="zh-TW" altLang="en-US" sz="2000" dirty="0"/>
            <a:t>分鐘</a:t>
          </a:r>
        </a:p>
      </dgm:t>
    </dgm:pt>
    <dgm:pt modelId="{3E288372-B682-45A1-B689-CD09820854FF}" type="parTrans" cxnId="{91F5EA9B-9353-46AC-ACC4-66006B6C322C}">
      <dgm:prSet/>
      <dgm:spPr/>
      <dgm:t>
        <a:bodyPr/>
        <a:lstStyle/>
        <a:p>
          <a:endParaRPr lang="zh-TW" altLang="en-US"/>
        </a:p>
      </dgm:t>
    </dgm:pt>
    <dgm:pt modelId="{0A524CF2-B2ED-4896-9AE9-5F2D2477C7E7}" type="sibTrans" cxnId="{91F5EA9B-9353-46AC-ACC4-66006B6C322C}">
      <dgm:prSet/>
      <dgm:spPr/>
      <dgm:t>
        <a:bodyPr/>
        <a:lstStyle/>
        <a:p>
          <a:endParaRPr lang="zh-TW" altLang="en-US"/>
        </a:p>
      </dgm:t>
    </dgm:pt>
    <dgm:pt modelId="{2E6C81F7-D4EE-45E4-A3C8-1DD0FCDB090D}">
      <dgm:prSet phldrT="[文字]" custT="1"/>
      <dgm:spPr/>
      <dgm:t>
        <a:bodyPr/>
        <a:lstStyle/>
        <a:p>
          <a:r>
            <a:rPr lang="zh-TW" altLang="en-US" sz="2000" dirty="0"/>
            <a:t>煮咖啡</a:t>
          </a:r>
          <a:r>
            <a:rPr lang="en-US" altLang="zh-TW" sz="2000" dirty="0"/>
            <a:t>5</a:t>
          </a:r>
          <a:r>
            <a:rPr lang="zh-TW" altLang="en-US" sz="2000" dirty="0"/>
            <a:t>分鐘</a:t>
          </a:r>
        </a:p>
      </dgm:t>
    </dgm:pt>
    <dgm:pt modelId="{414B574B-30EF-4E80-9797-DC412D913B8D}" type="parTrans" cxnId="{492942FC-5CD7-48FA-98E1-60872B7F78C4}">
      <dgm:prSet/>
      <dgm:spPr/>
      <dgm:t>
        <a:bodyPr/>
        <a:lstStyle/>
        <a:p>
          <a:endParaRPr lang="zh-TW" altLang="en-US"/>
        </a:p>
      </dgm:t>
    </dgm:pt>
    <dgm:pt modelId="{2F79053D-CF4D-40FC-B01C-7C741441C676}" type="sibTrans" cxnId="{492942FC-5CD7-48FA-98E1-60872B7F78C4}">
      <dgm:prSet/>
      <dgm:spPr/>
      <dgm:t>
        <a:bodyPr/>
        <a:lstStyle/>
        <a:p>
          <a:endParaRPr lang="zh-TW" altLang="en-US"/>
        </a:p>
      </dgm:t>
    </dgm:pt>
    <dgm:pt modelId="{04A2F55C-B495-4BEA-A6F4-507B1F58AC3E}">
      <dgm:prSet phldrT="[文字]" custT="1"/>
      <dgm:spPr/>
      <dgm:t>
        <a:bodyPr/>
        <a:lstStyle/>
        <a:p>
          <a:r>
            <a:rPr lang="zh-TW" altLang="en-US" sz="2000"/>
            <a:t>烤土司</a:t>
          </a:r>
          <a:r>
            <a:rPr lang="en-US" altLang="zh-TW" sz="2000"/>
            <a:t>4</a:t>
          </a:r>
          <a:r>
            <a:rPr lang="zh-TW" altLang="en-US" sz="2000"/>
            <a:t>分鐘</a:t>
          </a:r>
          <a:endParaRPr lang="zh-TW" altLang="en-US" sz="2000" dirty="0"/>
        </a:p>
      </dgm:t>
    </dgm:pt>
    <dgm:pt modelId="{ADEB11A7-9719-4CA0-96BF-4DB53BDEF403}" type="parTrans" cxnId="{10CF3E79-F05F-4799-8BA8-9627FA903F8B}">
      <dgm:prSet/>
      <dgm:spPr/>
      <dgm:t>
        <a:bodyPr/>
        <a:lstStyle/>
        <a:p>
          <a:endParaRPr lang="zh-TW" altLang="en-US"/>
        </a:p>
      </dgm:t>
    </dgm:pt>
    <dgm:pt modelId="{C2CFCD32-B8B6-41C6-862D-757E0324961D}" type="sibTrans" cxnId="{10CF3E79-F05F-4799-8BA8-9627FA903F8B}">
      <dgm:prSet/>
      <dgm:spPr/>
      <dgm:t>
        <a:bodyPr/>
        <a:lstStyle/>
        <a:p>
          <a:endParaRPr lang="zh-TW" altLang="en-US"/>
        </a:p>
      </dgm:t>
    </dgm:pt>
    <dgm:pt modelId="{C495C3F3-C9A0-4AD6-8FC9-9D0AFBFC026B}" type="pres">
      <dgm:prSet presAssocID="{2D8335CC-77A4-4B23-A083-CD41097BD722}" presName="Name0" presStyleCnt="0">
        <dgm:presLayoutVars>
          <dgm:dir/>
          <dgm:resizeHandles val="exact"/>
        </dgm:presLayoutVars>
      </dgm:prSet>
      <dgm:spPr/>
    </dgm:pt>
    <dgm:pt modelId="{FEE7B0C1-B7E3-4729-B912-F2C9DB8A6DAB}" type="pres">
      <dgm:prSet presAssocID="{2D8335CC-77A4-4B23-A083-CD41097BD722}" presName="arrow" presStyleLbl="bgShp" presStyleIdx="0" presStyleCnt="1"/>
      <dgm:spPr/>
    </dgm:pt>
    <dgm:pt modelId="{0944AA68-3EA1-43C1-83BC-19831922AA09}" type="pres">
      <dgm:prSet presAssocID="{2D8335CC-77A4-4B23-A083-CD41097BD722}" presName="points" presStyleCnt="0"/>
      <dgm:spPr/>
    </dgm:pt>
    <dgm:pt modelId="{451D54C5-2B7E-4942-90BA-BECA32765E7C}" type="pres">
      <dgm:prSet presAssocID="{8A02B813-F80A-4673-8109-5A85A1E9986A}" presName="compositeA" presStyleCnt="0"/>
      <dgm:spPr/>
    </dgm:pt>
    <dgm:pt modelId="{EECF47BC-BC32-4D3C-8609-151ABE8CBF0A}" type="pres">
      <dgm:prSet presAssocID="{8A02B813-F80A-4673-8109-5A85A1E9986A}" presName="textA" presStyleLbl="revTx" presStyleIdx="0" presStyleCnt="6">
        <dgm:presLayoutVars>
          <dgm:bulletEnabled val="1"/>
        </dgm:presLayoutVars>
      </dgm:prSet>
      <dgm:spPr/>
    </dgm:pt>
    <dgm:pt modelId="{CB78E724-65D1-4ACC-A400-8AC3F056A338}" type="pres">
      <dgm:prSet presAssocID="{8A02B813-F80A-4673-8109-5A85A1E9986A}" presName="circleA" presStyleLbl="node1" presStyleIdx="0" presStyleCnt="6"/>
      <dgm:spPr/>
    </dgm:pt>
    <dgm:pt modelId="{D37ECB18-C1DB-409F-B5EF-231BB0711DB1}" type="pres">
      <dgm:prSet presAssocID="{8A02B813-F80A-4673-8109-5A85A1E9986A}" presName="spaceA" presStyleCnt="0"/>
      <dgm:spPr/>
    </dgm:pt>
    <dgm:pt modelId="{0D540E9C-D2D3-41D9-99BF-9E1715F9C1AD}" type="pres">
      <dgm:prSet presAssocID="{7ABE53F6-2C16-441C-A23E-2635A91CFC38}" presName="space" presStyleCnt="0"/>
      <dgm:spPr/>
    </dgm:pt>
    <dgm:pt modelId="{4F4CDFCB-3E93-4990-8B0D-4980896DA184}" type="pres">
      <dgm:prSet presAssocID="{CB38C93D-61FC-4784-ABA6-293B92FE2F60}" presName="compositeB" presStyleCnt="0"/>
      <dgm:spPr/>
    </dgm:pt>
    <dgm:pt modelId="{09523896-E8CF-40C5-A061-2981BED07C80}" type="pres">
      <dgm:prSet presAssocID="{CB38C93D-61FC-4784-ABA6-293B92FE2F60}" presName="textB" presStyleLbl="revTx" presStyleIdx="1" presStyleCnt="6">
        <dgm:presLayoutVars>
          <dgm:bulletEnabled val="1"/>
        </dgm:presLayoutVars>
      </dgm:prSet>
      <dgm:spPr/>
    </dgm:pt>
    <dgm:pt modelId="{2C3E10C7-7A30-4415-9595-5025B10825E6}" type="pres">
      <dgm:prSet presAssocID="{CB38C93D-61FC-4784-ABA6-293B92FE2F60}" presName="circleB" presStyleLbl="node1" presStyleIdx="1" presStyleCnt="6"/>
      <dgm:spPr/>
    </dgm:pt>
    <dgm:pt modelId="{66577D37-E929-4D59-BD50-5F3733867090}" type="pres">
      <dgm:prSet presAssocID="{CB38C93D-61FC-4784-ABA6-293B92FE2F60}" presName="spaceB" presStyleCnt="0"/>
      <dgm:spPr/>
    </dgm:pt>
    <dgm:pt modelId="{379A3ECA-8995-4444-860F-F9CB78E28892}" type="pres">
      <dgm:prSet presAssocID="{03276A93-41CA-41DA-910E-E0174ED6DA3B}" presName="space" presStyleCnt="0"/>
      <dgm:spPr/>
    </dgm:pt>
    <dgm:pt modelId="{AF24EA93-B81A-4570-905F-2D9A5DA097D9}" type="pres">
      <dgm:prSet presAssocID="{EF832BD4-4052-40C0-9319-B037F5DB90EC}" presName="compositeA" presStyleCnt="0"/>
      <dgm:spPr/>
    </dgm:pt>
    <dgm:pt modelId="{0E0A453E-FA06-4CE7-9F27-CD6D2A552E32}" type="pres">
      <dgm:prSet presAssocID="{EF832BD4-4052-40C0-9319-B037F5DB90EC}" presName="textA" presStyleLbl="revTx" presStyleIdx="2" presStyleCnt="6">
        <dgm:presLayoutVars>
          <dgm:bulletEnabled val="1"/>
        </dgm:presLayoutVars>
      </dgm:prSet>
      <dgm:spPr/>
    </dgm:pt>
    <dgm:pt modelId="{093421C2-E803-4A46-ACA6-07AA41E6319E}" type="pres">
      <dgm:prSet presAssocID="{EF832BD4-4052-40C0-9319-B037F5DB90EC}" presName="circleA" presStyleLbl="node1" presStyleIdx="2" presStyleCnt="6"/>
      <dgm:spPr/>
    </dgm:pt>
    <dgm:pt modelId="{98B0259D-906C-4C8E-8D0C-8304AFB83A53}" type="pres">
      <dgm:prSet presAssocID="{EF832BD4-4052-40C0-9319-B037F5DB90EC}" presName="spaceA" presStyleCnt="0"/>
      <dgm:spPr/>
    </dgm:pt>
    <dgm:pt modelId="{910FDC7C-827A-40AE-A79A-16F32A8B3D91}" type="pres">
      <dgm:prSet presAssocID="{0A524CF2-B2ED-4896-9AE9-5F2D2477C7E7}" presName="space" presStyleCnt="0"/>
      <dgm:spPr/>
    </dgm:pt>
    <dgm:pt modelId="{B2A6E8A2-6281-4A87-8907-10F92A62E6F0}" type="pres">
      <dgm:prSet presAssocID="{2E6C81F7-D4EE-45E4-A3C8-1DD0FCDB090D}" presName="compositeB" presStyleCnt="0"/>
      <dgm:spPr/>
    </dgm:pt>
    <dgm:pt modelId="{9130250B-8A9A-46EA-9EE6-CF72CFDC84D9}" type="pres">
      <dgm:prSet presAssocID="{2E6C81F7-D4EE-45E4-A3C8-1DD0FCDB090D}" presName="textB" presStyleLbl="revTx" presStyleIdx="3" presStyleCnt="6">
        <dgm:presLayoutVars>
          <dgm:bulletEnabled val="1"/>
        </dgm:presLayoutVars>
      </dgm:prSet>
      <dgm:spPr/>
    </dgm:pt>
    <dgm:pt modelId="{CFF7F68B-9D41-47E4-BC60-C75CEC06199C}" type="pres">
      <dgm:prSet presAssocID="{2E6C81F7-D4EE-45E4-A3C8-1DD0FCDB090D}" presName="circleB" presStyleLbl="node1" presStyleIdx="3" presStyleCnt="6"/>
      <dgm:spPr/>
    </dgm:pt>
    <dgm:pt modelId="{0B58F6FE-3342-46C4-9D0D-7FBBF5720AD1}" type="pres">
      <dgm:prSet presAssocID="{2E6C81F7-D4EE-45E4-A3C8-1DD0FCDB090D}" presName="spaceB" presStyleCnt="0"/>
      <dgm:spPr/>
    </dgm:pt>
    <dgm:pt modelId="{C464E530-5F5A-4CEB-8290-D4AFC662C157}" type="pres">
      <dgm:prSet presAssocID="{2F79053D-CF4D-40FC-B01C-7C741441C676}" presName="space" presStyleCnt="0"/>
      <dgm:spPr/>
    </dgm:pt>
    <dgm:pt modelId="{F050C57F-BE47-4F21-A40B-8C5F0B82090C}" type="pres">
      <dgm:prSet presAssocID="{04A2F55C-B495-4BEA-A6F4-507B1F58AC3E}" presName="compositeA" presStyleCnt="0"/>
      <dgm:spPr/>
    </dgm:pt>
    <dgm:pt modelId="{FB7E29A9-D560-453D-BEB1-953193EB2A13}" type="pres">
      <dgm:prSet presAssocID="{04A2F55C-B495-4BEA-A6F4-507B1F58AC3E}" presName="textA" presStyleLbl="revTx" presStyleIdx="4" presStyleCnt="6" custScaleX="111328">
        <dgm:presLayoutVars>
          <dgm:bulletEnabled val="1"/>
        </dgm:presLayoutVars>
      </dgm:prSet>
      <dgm:spPr/>
    </dgm:pt>
    <dgm:pt modelId="{C3E5B775-36E0-4C7B-8A0F-54F56594C491}" type="pres">
      <dgm:prSet presAssocID="{04A2F55C-B495-4BEA-A6F4-507B1F58AC3E}" presName="circleA" presStyleLbl="node1" presStyleIdx="4" presStyleCnt="6"/>
      <dgm:spPr/>
    </dgm:pt>
    <dgm:pt modelId="{FC73EC47-794D-4B9E-A946-D616CA602EA9}" type="pres">
      <dgm:prSet presAssocID="{04A2F55C-B495-4BEA-A6F4-507B1F58AC3E}" presName="spaceA" presStyleCnt="0"/>
      <dgm:spPr/>
    </dgm:pt>
    <dgm:pt modelId="{1C70CB1E-4A36-45C6-853B-BE442BC1FECB}" type="pres">
      <dgm:prSet presAssocID="{C2CFCD32-B8B6-41C6-862D-757E0324961D}" presName="space" presStyleCnt="0"/>
      <dgm:spPr/>
    </dgm:pt>
    <dgm:pt modelId="{44FAA729-4F4C-4B96-A02D-DE39C3531D26}" type="pres">
      <dgm:prSet presAssocID="{5E784938-009E-42EC-A45C-1A08403B1E65}" presName="compositeB" presStyleCnt="0"/>
      <dgm:spPr/>
    </dgm:pt>
    <dgm:pt modelId="{5D72B87A-A809-4298-B143-686329CE307A}" type="pres">
      <dgm:prSet presAssocID="{5E784938-009E-42EC-A45C-1A08403B1E65}" presName="textB" presStyleLbl="revTx" presStyleIdx="5" presStyleCnt="6">
        <dgm:presLayoutVars>
          <dgm:bulletEnabled val="1"/>
        </dgm:presLayoutVars>
      </dgm:prSet>
      <dgm:spPr/>
    </dgm:pt>
    <dgm:pt modelId="{7E65D24D-D575-411B-A164-6A495E59DC39}" type="pres">
      <dgm:prSet presAssocID="{5E784938-009E-42EC-A45C-1A08403B1E65}" presName="circleB" presStyleLbl="node1" presStyleIdx="5" presStyleCnt="6"/>
      <dgm:spPr/>
    </dgm:pt>
    <dgm:pt modelId="{618D0C9A-C35A-4C4E-8106-701AD16F3603}" type="pres">
      <dgm:prSet presAssocID="{5E784938-009E-42EC-A45C-1A08403B1E65}" presName="spaceB" presStyleCnt="0"/>
      <dgm:spPr/>
    </dgm:pt>
  </dgm:ptLst>
  <dgm:cxnLst>
    <dgm:cxn modelId="{FC8F0D0A-85C3-4569-A39F-043A23900429}" type="presOf" srcId="{2E6C81F7-D4EE-45E4-A3C8-1DD0FCDB090D}" destId="{9130250B-8A9A-46EA-9EE6-CF72CFDC84D9}" srcOrd="0" destOrd="0" presId="urn:microsoft.com/office/officeart/2005/8/layout/hProcess11"/>
    <dgm:cxn modelId="{ED4D1115-2754-407A-BC57-5F2FCD0C5181}" srcId="{2D8335CC-77A4-4B23-A083-CD41097BD722}" destId="{8A02B813-F80A-4673-8109-5A85A1E9986A}" srcOrd="0" destOrd="0" parTransId="{F963CD86-904D-4AE5-AAE8-B7C9EAE452A8}" sibTransId="{7ABE53F6-2C16-441C-A23E-2635A91CFC38}"/>
    <dgm:cxn modelId="{F7AC6917-EC13-4553-A277-0EA5D66EE185}" type="presOf" srcId="{5E784938-009E-42EC-A45C-1A08403B1E65}" destId="{5D72B87A-A809-4298-B143-686329CE307A}" srcOrd="0" destOrd="0" presId="urn:microsoft.com/office/officeart/2005/8/layout/hProcess11"/>
    <dgm:cxn modelId="{D6A7C677-D6BB-479A-ACDB-15E40F6F4DD9}" type="presOf" srcId="{EF832BD4-4052-40C0-9319-B037F5DB90EC}" destId="{0E0A453E-FA06-4CE7-9F27-CD6D2A552E32}" srcOrd="0" destOrd="0" presId="urn:microsoft.com/office/officeart/2005/8/layout/hProcess11"/>
    <dgm:cxn modelId="{10CF3E79-F05F-4799-8BA8-9627FA903F8B}" srcId="{2D8335CC-77A4-4B23-A083-CD41097BD722}" destId="{04A2F55C-B495-4BEA-A6F4-507B1F58AC3E}" srcOrd="4" destOrd="0" parTransId="{ADEB11A7-9719-4CA0-96BF-4DB53BDEF403}" sibTransId="{C2CFCD32-B8B6-41C6-862D-757E0324961D}"/>
    <dgm:cxn modelId="{E3616379-D7E0-4AD2-A40A-D120074AF8CA}" type="presOf" srcId="{CB38C93D-61FC-4784-ABA6-293B92FE2F60}" destId="{09523896-E8CF-40C5-A061-2981BED07C80}" srcOrd="0" destOrd="0" presId="urn:microsoft.com/office/officeart/2005/8/layout/hProcess11"/>
    <dgm:cxn modelId="{6C027879-23BB-4744-96C1-F9FDCA3F4726}" srcId="{2D8335CC-77A4-4B23-A083-CD41097BD722}" destId="{CB38C93D-61FC-4784-ABA6-293B92FE2F60}" srcOrd="1" destOrd="0" parTransId="{4400FFD7-55C1-4697-B660-21C2D3BF15C2}" sibTransId="{03276A93-41CA-41DA-910E-E0174ED6DA3B}"/>
    <dgm:cxn modelId="{91F5EA9B-9353-46AC-ACC4-66006B6C322C}" srcId="{2D8335CC-77A4-4B23-A083-CD41097BD722}" destId="{EF832BD4-4052-40C0-9319-B037F5DB90EC}" srcOrd="2" destOrd="0" parTransId="{3E288372-B682-45A1-B689-CD09820854FF}" sibTransId="{0A524CF2-B2ED-4896-9AE9-5F2D2477C7E7}"/>
    <dgm:cxn modelId="{288FA0BC-9C60-4842-A9DC-9CE1D53A160B}" type="presOf" srcId="{04A2F55C-B495-4BEA-A6F4-507B1F58AC3E}" destId="{FB7E29A9-D560-453D-BEB1-953193EB2A13}" srcOrd="0" destOrd="0" presId="urn:microsoft.com/office/officeart/2005/8/layout/hProcess11"/>
    <dgm:cxn modelId="{198CABBD-3FD2-46F5-8166-3D23B97501CA}" type="presOf" srcId="{2D8335CC-77A4-4B23-A083-CD41097BD722}" destId="{C495C3F3-C9A0-4AD6-8FC9-9D0AFBFC026B}" srcOrd="0" destOrd="0" presId="urn:microsoft.com/office/officeart/2005/8/layout/hProcess11"/>
    <dgm:cxn modelId="{18CC38D3-CF08-46F3-B75B-2DAC71D7721A}" srcId="{2D8335CC-77A4-4B23-A083-CD41097BD722}" destId="{5E784938-009E-42EC-A45C-1A08403B1E65}" srcOrd="5" destOrd="0" parTransId="{2324CA79-37E9-4B67-84D1-CA8CB512D633}" sibTransId="{D502A9B5-D583-453F-AEC2-F35146C9F56D}"/>
    <dgm:cxn modelId="{A4F7E4F0-630F-4803-A241-FCFE4B8DB18D}" type="presOf" srcId="{8A02B813-F80A-4673-8109-5A85A1E9986A}" destId="{EECF47BC-BC32-4D3C-8609-151ABE8CBF0A}" srcOrd="0" destOrd="0" presId="urn:microsoft.com/office/officeart/2005/8/layout/hProcess11"/>
    <dgm:cxn modelId="{492942FC-5CD7-48FA-98E1-60872B7F78C4}" srcId="{2D8335CC-77A4-4B23-A083-CD41097BD722}" destId="{2E6C81F7-D4EE-45E4-A3C8-1DD0FCDB090D}" srcOrd="3" destOrd="0" parTransId="{414B574B-30EF-4E80-9797-DC412D913B8D}" sibTransId="{2F79053D-CF4D-40FC-B01C-7C741441C676}"/>
    <dgm:cxn modelId="{77F9F8F6-444B-437E-A80F-195B506BE1C4}" type="presParOf" srcId="{C495C3F3-C9A0-4AD6-8FC9-9D0AFBFC026B}" destId="{FEE7B0C1-B7E3-4729-B912-F2C9DB8A6DAB}" srcOrd="0" destOrd="0" presId="urn:microsoft.com/office/officeart/2005/8/layout/hProcess11"/>
    <dgm:cxn modelId="{772F0A2B-66B9-4D4D-BC39-B601ED296A56}" type="presParOf" srcId="{C495C3F3-C9A0-4AD6-8FC9-9D0AFBFC026B}" destId="{0944AA68-3EA1-43C1-83BC-19831922AA09}" srcOrd="1" destOrd="0" presId="urn:microsoft.com/office/officeart/2005/8/layout/hProcess11"/>
    <dgm:cxn modelId="{AEC091BE-DB86-43D3-B33D-846F71EEC5BF}" type="presParOf" srcId="{0944AA68-3EA1-43C1-83BC-19831922AA09}" destId="{451D54C5-2B7E-4942-90BA-BECA32765E7C}" srcOrd="0" destOrd="0" presId="urn:microsoft.com/office/officeart/2005/8/layout/hProcess11"/>
    <dgm:cxn modelId="{3D810820-5758-4708-96ED-FFC4A0C18675}" type="presParOf" srcId="{451D54C5-2B7E-4942-90BA-BECA32765E7C}" destId="{EECF47BC-BC32-4D3C-8609-151ABE8CBF0A}" srcOrd="0" destOrd="0" presId="urn:microsoft.com/office/officeart/2005/8/layout/hProcess11"/>
    <dgm:cxn modelId="{E32E4B9E-7BE7-449E-BBAB-5D68E170A9D2}" type="presParOf" srcId="{451D54C5-2B7E-4942-90BA-BECA32765E7C}" destId="{CB78E724-65D1-4ACC-A400-8AC3F056A338}" srcOrd="1" destOrd="0" presId="urn:microsoft.com/office/officeart/2005/8/layout/hProcess11"/>
    <dgm:cxn modelId="{3E90B043-AB59-4F6B-B619-250D8610BC39}" type="presParOf" srcId="{451D54C5-2B7E-4942-90BA-BECA32765E7C}" destId="{D37ECB18-C1DB-409F-B5EF-231BB0711DB1}" srcOrd="2" destOrd="0" presId="urn:microsoft.com/office/officeart/2005/8/layout/hProcess11"/>
    <dgm:cxn modelId="{22C79C53-D3CA-495A-9C7A-295788CFCAC6}" type="presParOf" srcId="{0944AA68-3EA1-43C1-83BC-19831922AA09}" destId="{0D540E9C-D2D3-41D9-99BF-9E1715F9C1AD}" srcOrd="1" destOrd="0" presId="urn:microsoft.com/office/officeart/2005/8/layout/hProcess11"/>
    <dgm:cxn modelId="{68B230B0-AB68-4A74-9DFD-B627251B8D0F}" type="presParOf" srcId="{0944AA68-3EA1-43C1-83BC-19831922AA09}" destId="{4F4CDFCB-3E93-4990-8B0D-4980896DA184}" srcOrd="2" destOrd="0" presId="urn:microsoft.com/office/officeart/2005/8/layout/hProcess11"/>
    <dgm:cxn modelId="{6419F343-CD7B-48C0-9188-ED5D6D0D165E}" type="presParOf" srcId="{4F4CDFCB-3E93-4990-8B0D-4980896DA184}" destId="{09523896-E8CF-40C5-A061-2981BED07C80}" srcOrd="0" destOrd="0" presId="urn:microsoft.com/office/officeart/2005/8/layout/hProcess11"/>
    <dgm:cxn modelId="{22F6CE27-8929-4BE4-9A7F-CF80E1F0701D}" type="presParOf" srcId="{4F4CDFCB-3E93-4990-8B0D-4980896DA184}" destId="{2C3E10C7-7A30-4415-9595-5025B10825E6}" srcOrd="1" destOrd="0" presId="urn:microsoft.com/office/officeart/2005/8/layout/hProcess11"/>
    <dgm:cxn modelId="{106FD3CD-B3D7-4091-8E51-AEF140DEB837}" type="presParOf" srcId="{4F4CDFCB-3E93-4990-8B0D-4980896DA184}" destId="{66577D37-E929-4D59-BD50-5F3733867090}" srcOrd="2" destOrd="0" presId="urn:microsoft.com/office/officeart/2005/8/layout/hProcess11"/>
    <dgm:cxn modelId="{25E4036D-D5EE-4CC6-840B-B219ABE4E91C}" type="presParOf" srcId="{0944AA68-3EA1-43C1-83BC-19831922AA09}" destId="{379A3ECA-8995-4444-860F-F9CB78E28892}" srcOrd="3" destOrd="0" presId="urn:microsoft.com/office/officeart/2005/8/layout/hProcess11"/>
    <dgm:cxn modelId="{A8CA2296-1BD3-46F8-BEFA-EF0BC44D8C66}" type="presParOf" srcId="{0944AA68-3EA1-43C1-83BC-19831922AA09}" destId="{AF24EA93-B81A-4570-905F-2D9A5DA097D9}" srcOrd="4" destOrd="0" presId="urn:microsoft.com/office/officeart/2005/8/layout/hProcess11"/>
    <dgm:cxn modelId="{B61DBE93-E128-4CB5-BEFD-D3864261CD4C}" type="presParOf" srcId="{AF24EA93-B81A-4570-905F-2D9A5DA097D9}" destId="{0E0A453E-FA06-4CE7-9F27-CD6D2A552E32}" srcOrd="0" destOrd="0" presId="urn:microsoft.com/office/officeart/2005/8/layout/hProcess11"/>
    <dgm:cxn modelId="{4FB718D7-9CBE-4CB3-9C55-B365E89AB36B}" type="presParOf" srcId="{AF24EA93-B81A-4570-905F-2D9A5DA097D9}" destId="{093421C2-E803-4A46-ACA6-07AA41E6319E}" srcOrd="1" destOrd="0" presId="urn:microsoft.com/office/officeart/2005/8/layout/hProcess11"/>
    <dgm:cxn modelId="{8442A7E0-C667-4971-B195-F5ADF8DDE72A}" type="presParOf" srcId="{AF24EA93-B81A-4570-905F-2D9A5DA097D9}" destId="{98B0259D-906C-4C8E-8D0C-8304AFB83A53}" srcOrd="2" destOrd="0" presId="urn:microsoft.com/office/officeart/2005/8/layout/hProcess11"/>
    <dgm:cxn modelId="{1B5EE134-F768-4A83-9409-8B17C95A682F}" type="presParOf" srcId="{0944AA68-3EA1-43C1-83BC-19831922AA09}" destId="{910FDC7C-827A-40AE-A79A-16F32A8B3D91}" srcOrd="5" destOrd="0" presId="urn:microsoft.com/office/officeart/2005/8/layout/hProcess11"/>
    <dgm:cxn modelId="{6255C7FC-3778-4F09-B6EE-71A0EAFE7372}" type="presParOf" srcId="{0944AA68-3EA1-43C1-83BC-19831922AA09}" destId="{B2A6E8A2-6281-4A87-8907-10F92A62E6F0}" srcOrd="6" destOrd="0" presId="urn:microsoft.com/office/officeart/2005/8/layout/hProcess11"/>
    <dgm:cxn modelId="{5F1676D1-403C-4802-85FE-733B3544E3F0}" type="presParOf" srcId="{B2A6E8A2-6281-4A87-8907-10F92A62E6F0}" destId="{9130250B-8A9A-46EA-9EE6-CF72CFDC84D9}" srcOrd="0" destOrd="0" presId="urn:microsoft.com/office/officeart/2005/8/layout/hProcess11"/>
    <dgm:cxn modelId="{E7FC12B6-12AE-41EF-BA14-BA899F524C66}" type="presParOf" srcId="{B2A6E8A2-6281-4A87-8907-10F92A62E6F0}" destId="{CFF7F68B-9D41-47E4-BC60-C75CEC06199C}" srcOrd="1" destOrd="0" presId="urn:microsoft.com/office/officeart/2005/8/layout/hProcess11"/>
    <dgm:cxn modelId="{09D1AB42-1C84-488D-93C7-294F61F03A93}" type="presParOf" srcId="{B2A6E8A2-6281-4A87-8907-10F92A62E6F0}" destId="{0B58F6FE-3342-46C4-9D0D-7FBBF5720AD1}" srcOrd="2" destOrd="0" presId="urn:microsoft.com/office/officeart/2005/8/layout/hProcess11"/>
    <dgm:cxn modelId="{53AB6E78-0C90-4D93-987F-20129516F15F}" type="presParOf" srcId="{0944AA68-3EA1-43C1-83BC-19831922AA09}" destId="{C464E530-5F5A-4CEB-8290-D4AFC662C157}" srcOrd="7" destOrd="0" presId="urn:microsoft.com/office/officeart/2005/8/layout/hProcess11"/>
    <dgm:cxn modelId="{905C2700-6881-4531-A629-5B6D99DD4B7A}" type="presParOf" srcId="{0944AA68-3EA1-43C1-83BC-19831922AA09}" destId="{F050C57F-BE47-4F21-A40B-8C5F0B82090C}" srcOrd="8" destOrd="0" presId="urn:microsoft.com/office/officeart/2005/8/layout/hProcess11"/>
    <dgm:cxn modelId="{BC90F0F7-7E2E-4EC9-A02A-7B4DC7D0A2EE}" type="presParOf" srcId="{F050C57F-BE47-4F21-A40B-8C5F0B82090C}" destId="{FB7E29A9-D560-453D-BEB1-953193EB2A13}" srcOrd="0" destOrd="0" presId="urn:microsoft.com/office/officeart/2005/8/layout/hProcess11"/>
    <dgm:cxn modelId="{A0A0D841-0F52-4707-BEDC-B533699E38BB}" type="presParOf" srcId="{F050C57F-BE47-4F21-A40B-8C5F0B82090C}" destId="{C3E5B775-36E0-4C7B-8A0F-54F56594C491}" srcOrd="1" destOrd="0" presId="urn:microsoft.com/office/officeart/2005/8/layout/hProcess11"/>
    <dgm:cxn modelId="{0F90CC93-5941-410A-A625-17A6EEBA8C88}" type="presParOf" srcId="{F050C57F-BE47-4F21-A40B-8C5F0B82090C}" destId="{FC73EC47-794D-4B9E-A946-D616CA602EA9}" srcOrd="2" destOrd="0" presId="urn:microsoft.com/office/officeart/2005/8/layout/hProcess11"/>
    <dgm:cxn modelId="{FFCAE99F-C7DE-4E8E-B718-07C9B85DD6D2}" type="presParOf" srcId="{0944AA68-3EA1-43C1-83BC-19831922AA09}" destId="{1C70CB1E-4A36-45C6-853B-BE442BC1FECB}" srcOrd="9" destOrd="0" presId="urn:microsoft.com/office/officeart/2005/8/layout/hProcess11"/>
    <dgm:cxn modelId="{FCAF9C1A-35A4-494A-AB57-C281A2E66214}" type="presParOf" srcId="{0944AA68-3EA1-43C1-83BC-19831922AA09}" destId="{44FAA729-4F4C-4B96-A02D-DE39C3531D26}" srcOrd="10" destOrd="0" presId="urn:microsoft.com/office/officeart/2005/8/layout/hProcess11"/>
    <dgm:cxn modelId="{344CF70F-E0CA-4A74-A61E-2D37C4004566}" type="presParOf" srcId="{44FAA729-4F4C-4B96-A02D-DE39C3531D26}" destId="{5D72B87A-A809-4298-B143-686329CE307A}" srcOrd="0" destOrd="0" presId="urn:microsoft.com/office/officeart/2005/8/layout/hProcess11"/>
    <dgm:cxn modelId="{15CC9C08-9F75-489F-A081-9BFBD081FD41}" type="presParOf" srcId="{44FAA729-4F4C-4B96-A02D-DE39C3531D26}" destId="{7E65D24D-D575-411B-A164-6A495E59DC39}" srcOrd="1" destOrd="0" presId="urn:microsoft.com/office/officeart/2005/8/layout/hProcess11"/>
    <dgm:cxn modelId="{CF2C9B8B-8C49-4EE9-9C1E-7D89AA9DB2AA}" type="presParOf" srcId="{44FAA729-4F4C-4B96-A02D-DE39C3531D26}" destId="{618D0C9A-C35A-4C4E-8106-701AD16F3603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D8335CC-77A4-4B23-A083-CD41097BD722}" type="doc">
      <dgm:prSet loTypeId="urn:microsoft.com/office/officeart/2005/8/layout/hProcess11" loCatId="process" qsTypeId="urn:microsoft.com/office/officeart/2005/8/quickstyle/simple1#4" qsCatId="simple" csTypeId="urn:microsoft.com/office/officeart/2005/8/colors/colorful3#2" csCatId="colorful" phldr="1"/>
      <dgm:spPr/>
    </dgm:pt>
    <dgm:pt modelId="{CB38C93D-61FC-4784-ABA6-293B92FE2F60}">
      <dgm:prSet phldrT="[文字]" custT="1"/>
      <dgm:spPr/>
      <dgm:t>
        <a:bodyPr/>
        <a:lstStyle/>
        <a:p>
          <a:r>
            <a:rPr lang="zh-TW" altLang="en-US" sz="2000" dirty="0"/>
            <a:t>洗臉</a:t>
          </a:r>
          <a:r>
            <a:rPr lang="en-US" altLang="zh-TW" sz="2000" dirty="0"/>
            <a:t>3</a:t>
          </a:r>
          <a:r>
            <a:rPr lang="zh-TW" altLang="en-US" sz="2000" dirty="0"/>
            <a:t>分鐘</a:t>
          </a:r>
        </a:p>
      </dgm:t>
    </dgm:pt>
    <dgm:pt modelId="{4400FFD7-55C1-4697-B660-21C2D3BF15C2}" type="parTrans" cxnId="{6C027879-23BB-4744-96C1-F9FDCA3F4726}">
      <dgm:prSet/>
      <dgm:spPr/>
      <dgm:t>
        <a:bodyPr/>
        <a:lstStyle/>
        <a:p>
          <a:endParaRPr lang="zh-TW" altLang="en-US" sz="2000"/>
        </a:p>
      </dgm:t>
    </dgm:pt>
    <dgm:pt modelId="{03276A93-41CA-41DA-910E-E0174ED6DA3B}" type="sibTrans" cxnId="{6C027879-23BB-4744-96C1-F9FDCA3F4726}">
      <dgm:prSet/>
      <dgm:spPr/>
      <dgm:t>
        <a:bodyPr/>
        <a:lstStyle/>
        <a:p>
          <a:endParaRPr lang="zh-TW" altLang="en-US" sz="2000"/>
        </a:p>
      </dgm:t>
    </dgm:pt>
    <dgm:pt modelId="{5E784938-009E-42EC-A45C-1A08403B1E65}">
      <dgm:prSet phldrT="[文字]" custT="1"/>
      <dgm:spPr/>
      <dgm:t>
        <a:bodyPr/>
        <a:lstStyle/>
        <a:p>
          <a:r>
            <a:rPr lang="zh-TW" altLang="en-US" sz="2000" dirty="0"/>
            <a:t>吃早餐</a:t>
          </a:r>
        </a:p>
      </dgm:t>
    </dgm:pt>
    <dgm:pt modelId="{2324CA79-37E9-4B67-84D1-CA8CB512D633}" type="parTrans" cxnId="{18CC38D3-CF08-46F3-B75B-2DAC71D7721A}">
      <dgm:prSet/>
      <dgm:spPr/>
      <dgm:t>
        <a:bodyPr/>
        <a:lstStyle/>
        <a:p>
          <a:endParaRPr lang="zh-TW" altLang="en-US" sz="2000"/>
        </a:p>
      </dgm:t>
    </dgm:pt>
    <dgm:pt modelId="{D502A9B5-D583-453F-AEC2-F35146C9F56D}" type="sibTrans" cxnId="{18CC38D3-CF08-46F3-B75B-2DAC71D7721A}">
      <dgm:prSet/>
      <dgm:spPr/>
      <dgm:t>
        <a:bodyPr/>
        <a:lstStyle/>
        <a:p>
          <a:endParaRPr lang="zh-TW" altLang="en-US" sz="2000"/>
        </a:p>
      </dgm:t>
    </dgm:pt>
    <dgm:pt modelId="{8A02B813-F80A-4673-8109-5A85A1E9986A}">
      <dgm:prSet phldrT="[文字]" custT="1"/>
      <dgm:spPr/>
      <dgm:t>
        <a:bodyPr/>
        <a:lstStyle/>
        <a:p>
          <a:r>
            <a:rPr lang="zh-TW" altLang="en-US" sz="2000" dirty="0"/>
            <a:t>刷牙</a:t>
          </a:r>
          <a:r>
            <a:rPr lang="en-US" altLang="zh-TW" sz="2000" dirty="0"/>
            <a:t>3</a:t>
          </a:r>
          <a:r>
            <a:rPr lang="zh-TW" altLang="en-US" sz="2000" dirty="0"/>
            <a:t>分鐘</a:t>
          </a:r>
        </a:p>
      </dgm:t>
    </dgm:pt>
    <dgm:pt modelId="{F963CD86-904D-4AE5-AAE8-B7C9EAE452A8}" type="parTrans" cxnId="{ED4D1115-2754-407A-BC57-5F2FCD0C5181}">
      <dgm:prSet/>
      <dgm:spPr/>
      <dgm:t>
        <a:bodyPr/>
        <a:lstStyle/>
        <a:p>
          <a:endParaRPr lang="zh-TW" altLang="en-US" sz="2000"/>
        </a:p>
      </dgm:t>
    </dgm:pt>
    <dgm:pt modelId="{7ABE53F6-2C16-441C-A23E-2635A91CFC38}" type="sibTrans" cxnId="{ED4D1115-2754-407A-BC57-5F2FCD0C5181}">
      <dgm:prSet/>
      <dgm:spPr/>
      <dgm:t>
        <a:bodyPr/>
        <a:lstStyle/>
        <a:p>
          <a:endParaRPr lang="zh-TW" altLang="en-US" sz="2000"/>
        </a:p>
      </dgm:t>
    </dgm:pt>
    <dgm:pt modelId="{C495C3F3-C9A0-4AD6-8FC9-9D0AFBFC026B}" type="pres">
      <dgm:prSet presAssocID="{2D8335CC-77A4-4B23-A083-CD41097BD722}" presName="Name0" presStyleCnt="0">
        <dgm:presLayoutVars>
          <dgm:dir/>
          <dgm:resizeHandles val="exact"/>
        </dgm:presLayoutVars>
      </dgm:prSet>
      <dgm:spPr/>
    </dgm:pt>
    <dgm:pt modelId="{FEE7B0C1-B7E3-4729-B912-F2C9DB8A6DAB}" type="pres">
      <dgm:prSet presAssocID="{2D8335CC-77A4-4B23-A083-CD41097BD722}" presName="arrow" presStyleLbl="bgShp" presStyleIdx="0" presStyleCnt="1"/>
      <dgm:spPr/>
    </dgm:pt>
    <dgm:pt modelId="{0944AA68-3EA1-43C1-83BC-19831922AA09}" type="pres">
      <dgm:prSet presAssocID="{2D8335CC-77A4-4B23-A083-CD41097BD722}" presName="points" presStyleCnt="0"/>
      <dgm:spPr/>
    </dgm:pt>
    <dgm:pt modelId="{451D54C5-2B7E-4942-90BA-BECA32765E7C}" type="pres">
      <dgm:prSet presAssocID="{8A02B813-F80A-4673-8109-5A85A1E9986A}" presName="compositeA" presStyleCnt="0"/>
      <dgm:spPr/>
    </dgm:pt>
    <dgm:pt modelId="{EECF47BC-BC32-4D3C-8609-151ABE8CBF0A}" type="pres">
      <dgm:prSet presAssocID="{8A02B813-F80A-4673-8109-5A85A1E9986A}" presName="textA" presStyleLbl="revTx" presStyleIdx="0" presStyleCnt="3">
        <dgm:presLayoutVars>
          <dgm:bulletEnabled val="1"/>
        </dgm:presLayoutVars>
      </dgm:prSet>
      <dgm:spPr/>
    </dgm:pt>
    <dgm:pt modelId="{CB78E724-65D1-4ACC-A400-8AC3F056A338}" type="pres">
      <dgm:prSet presAssocID="{8A02B813-F80A-4673-8109-5A85A1E9986A}" presName="circleA" presStyleLbl="node1" presStyleIdx="0" presStyleCnt="3"/>
      <dgm:spPr/>
    </dgm:pt>
    <dgm:pt modelId="{D37ECB18-C1DB-409F-B5EF-231BB0711DB1}" type="pres">
      <dgm:prSet presAssocID="{8A02B813-F80A-4673-8109-5A85A1E9986A}" presName="spaceA" presStyleCnt="0"/>
      <dgm:spPr/>
    </dgm:pt>
    <dgm:pt modelId="{0D540E9C-D2D3-41D9-99BF-9E1715F9C1AD}" type="pres">
      <dgm:prSet presAssocID="{7ABE53F6-2C16-441C-A23E-2635A91CFC38}" presName="space" presStyleCnt="0"/>
      <dgm:spPr/>
    </dgm:pt>
    <dgm:pt modelId="{4F4CDFCB-3E93-4990-8B0D-4980896DA184}" type="pres">
      <dgm:prSet presAssocID="{CB38C93D-61FC-4784-ABA6-293B92FE2F60}" presName="compositeB" presStyleCnt="0"/>
      <dgm:spPr/>
    </dgm:pt>
    <dgm:pt modelId="{09523896-E8CF-40C5-A061-2981BED07C80}" type="pres">
      <dgm:prSet presAssocID="{CB38C93D-61FC-4784-ABA6-293B92FE2F60}" presName="textB" presStyleLbl="revTx" presStyleIdx="1" presStyleCnt="3">
        <dgm:presLayoutVars>
          <dgm:bulletEnabled val="1"/>
        </dgm:presLayoutVars>
      </dgm:prSet>
      <dgm:spPr/>
    </dgm:pt>
    <dgm:pt modelId="{2C3E10C7-7A30-4415-9595-5025B10825E6}" type="pres">
      <dgm:prSet presAssocID="{CB38C93D-61FC-4784-ABA6-293B92FE2F60}" presName="circleB" presStyleLbl="node1" presStyleIdx="1" presStyleCnt="3"/>
      <dgm:spPr/>
    </dgm:pt>
    <dgm:pt modelId="{66577D37-E929-4D59-BD50-5F3733867090}" type="pres">
      <dgm:prSet presAssocID="{CB38C93D-61FC-4784-ABA6-293B92FE2F60}" presName="spaceB" presStyleCnt="0"/>
      <dgm:spPr/>
    </dgm:pt>
    <dgm:pt modelId="{379A3ECA-8995-4444-860F-F9CB78E28892}" type="pres">
      <dgm:prSet presAssocID="{03276A93-41CA-41DA-910E-E0174ED6DA3B}" presName="space" presStyleCnt="0"/>
      <dgm:spPr/>
    </dgm:pt>
    <dgm:pt modelId="{14DE9B10-C962-427C-A677-3F9C6B05CB23}" type="pres">
      <dgm:prSet presAssocID="{5E784938-009E-42EC-A45C-1A08403B1E65}" presName="compositeA" presStyleCnt="0"/>
      <dgm:spPr/>
    </dgm:pt>
    <dgm:pt modelId="{A0D64C6E-75B5-4CA3-BD02-4A34B1D8CE26}" type="pres">
      <dgm:prSet presAssocID="{5E784938-009E-42EC-A45C-1A08403B1E65}" presName="textA" presStyleLbl="revTx" presStyleIdx="2" presStyleCnt="3">
        <dgm:presLayoutVars>
          <dgm:bulletEnabled val="1"/>
        </dgm:presLayoutVars>
      </dgm:prSet>
      <dgm:spPr/>
    </dgm:pt>
    <dgm:pt modelId="{7C572DFC-FC53-4869-BEAC-11FF9E9EE061}" type="pres">
      <dgm:prSet presAssocID="{5E784938-009E-42EC-A45C-1A08403B1E65}" presName="circleA" presStyleLbl="node1" presStyleIdx="2" presStyleCnt="3"/>
      <dgm:spPr/>
    </dgm:pt>
    <dgm:pt modelId="{54489A23-84F0-42A3-BA78-1488ADA3DDEA}" type="pres">
      <dgm:prSet presAssocID="{5E784938-009E-42EC-A45C-1A08403B1E65}" presName="spaceA" presStyleCnt="0"/>
      <dgm:spPr/>
    </dgm:pt>
  </dgm:ptLst>
  <dgm:cxnLst>
    <dgm:cxn modelId="{ED4D1115-2754-407A-BC57-5F2FCD0C5181}" srcId="{2D8335CC-77A4-4B23-A083-CD41097BD722}" destId="{8A02B813-F80A-4673-8109-5A85A1E9986A}" srcOrd="0" destOrd="0" parTransId="{F963CD86-904D-4AE5-AAE8-B7C9EAE452A8}" sibTransId="{7ABE53F6-2C16-441C-A23E-2635A91CFC38}"/>
    <dgm:cxn modelId="{1E73E348-65B1-4F48-A0D4-AF02D8391CE6}" type="presOf" srcId="{5E784938-009E-42EC-A45C-1A08403B1E65}" destId="{A0D64C6E-75B5-4CA3-BD02-4A34B1D8CE26}" srcOrd="0" destOrd="0" presId="urn:microsoft.com/office/officeart/2005/8/layout/hProcess11"/>
    <dgm:cxn modelId="{E3616379-D7E0-4AD2-A40A-D120074AF8CA}" type="presOf" srcId="{CB38C93D-61FC-4784-ABA6-293B92FE2F60}" destId="{09523896-E8CF-40C5-A061-2981BED07C80}" srcOrd="0" destOrd="0" presId="urn:microsoft.com/office/officeart/2005/8/layout/hProcess11"/>
    <dgm:cxn modelId="{6C027879-23BB-4744-96C1-F9FDCA3F4726}" srcId="{2D8335CC-77A4-4B23-A083-CD41097BD722}" destId="{CB38C93D-61FC-4784-ABA6-293B92FE2F60}" srcOrd="1" destOrd="0" parTransId="{4400FFD7-55C1-4697-B660-21C2D3BF15C2}" sibTransId="{03276A93-41CA-41DA-910E-E0174ED6DA3B}"/>
    <dgm:cxn modelId="{198CABBD-3FD2-46F5-8166-3D23B97501CA}" type="presOf" srcId="{2D8335CC-77A4-4B23-A083-CD41097BD722}" destId="{C495C3F3-C9A0-4AD6-8FC9-9D0AFBFC026B}" srcOrd="0" destOrd="0" presId="urn:microsoft.com/office/officeart/2005/8/layout/hProcess11"/>
    <dgm:cxn modelId="{18CC38D3-CF08-46F3-B75B-2DAC71D7721A}" srcId="{2D8335CC-77A4-4B23-A083-CD41097BD722}" destId="{5E784938-009E-42EC-A45C-1A08403B1E65}" srcOrd="2" destOrd="0" parTransId="{2324CA79-37E9-4B67-84D1-CA8CB512D633}" sibTransId="{D502A9B5-D583-453F-AEC2-F35146C9F56D}"/>
    <dgm:cxn modelId="{A4F7E4F0-630F-4803-A241-FCFE4B8DB18D}" type="presOf" srcId="{8A02B813-F80A-4673-8109-5A85A1E9986A}" destId="{EECF47BC-BC32-4D3C-8609-151ABE8CBF0A}" srcOrd="0" destOrd="0" presId="urn:microsoft.com/office/officeart/2005/8/layout/hProcess11"/>
    <dgm:cxn modelId="{77F9F8F6-444B-437E-A80F-195B506BE1C4}" type="presParOf" srcId="{C495C3F3-C9A0-4AD6-8FC9-9D0AFBFC026B}" destId="{FEE7B0C1-B7E3-4729-B912-F2C9DB8A6DAB}" srcOrd="0" destOrd="0" presId="urn:microsoft.com/office/officeart/2005/8/layout/hProcess11"/>
    <dgm:cxn modelId="{772F0A2B-66B9-4D4D-BC39-B601ED296A56}" type="presParOf" srcId="{C495C3F3-C9A0-4AD6-8FC9-9D0AFBFC026B}" destId="{0944AA68-3EA1-43C1-83BC-19831922AA09}" srcOrd="1" destOrd="0" presId="urn:microsoft.com/office/officeart/2005/8/layout/hProcess11"/>
    <dgm:cxn modelId="{AEC091BE-DB86-43D3-B33D-846F71EEC5BF}" type="presParOf" srcId="{0944AA68-3EA1-43C1-83BC-19831922AA09}" destId="{451D54C5-2B7E-4942-90BA-BECA32765E7C}" srcOrd="0" destOrd="0" presId="urn:microsoft.com/office/officeart/2005/8/layout/hProcess11"/>
    <dgm:cxn modelId="{3D810820-5758-4708-96ED-FFC4A0C18675}" type="presParOf" srcId="{451D54C5-2B7E-4942-90BA-BECA32765E7C}" destId="{EECF47BC-BC32-4D3C-8609-151ABE8CBF0A}" srcOrd="0" destOrd="0" presId="urn:microsoft.com/office/officeart/2005/8/layout/hProcess11"/>
    <dgm:cxn modelId="{E32E4B9E-7BE7-449E-BBAB-5D68E170A9D2}" type="presParOf" srcId="{451D54C5-2B7E-4942-90BA-BECA32765E7C}" destId="{CB78E724-65D1-4ACC-A400-8AC3F056A338}" srcOrd="1" destOrd="0" presId="urn:microsoft.com/office/officeart/2005/8/layout/hProcess11"/>
    <dgm:cxn modelId="{3E90B043-AB59-4F6B-B619-250D8610BC39}" type="presParOf" srcId="{451D54C5-2B7E-4942-90BA-BECA32765E7C}" destId="{D37ECB18-C1DB-409F-B5EF-231BB0711DB1}" srcOrd="2" destOrd="0" presId="urn:microsoft.com/office/officeart/2005/8/layout/hProcess11"/>
    <dgm:cxn modelId="{22C79C53-D3CA-495A-9C7A-295788CFCAC6}" type="presParOf" srcId="{0944AA68-3EA1-43C1-83BC-19831922AA09}" destId="{0D540E9C-D2D3-41D9-99BF-9E1715F9C1AD}" srcOrd="1" destOrd="0" presId="urn:microsoft.com/office/officeart/2005/8/layout/hProcess11"/>
    <dgm:cxn modelId="{68B230B0-AB68-4A74-9DFD-B627251B8D0F}" type="presParOf" srcId="{0944AA68-3EA1-43C1-83BC-19831922AA09}" destId="{4F4CDFCB-3E93-4990-8B0D-4980896DA184}" srcOrd="2" destOrd="0" presId="urn:microsoft.com/office/officeart/2005/8/layout/hProcess11"/>
    <dgm:cxn modelId="{6419F343-CD7B-48C0-9188-ED5D6D0D165E}" type="presParOf" srcId="{4F4CDFCB-3E93-4990-8B0D-4980896DA184}" destId="{09523896-E8CF-40C5-A061-2981BED07C80}" srcOrd="0" destOrd="0" presId="urn:microsoft.com/office/officeart/2005/8/layout/hProcess11"/>
    <dgm:cxn modelId="{22F6CE27-8929-4BE4-9A7F-CF80E1F0701D}" type="presParOf" srcId="{4F4CDFCB-3E93-4990-8B0D-4980896DA184}" destId="{2C3E10C7-7A30-4415-9595-5025B10825E6}" srcOrd="1" destOrd="0" presId="urn:microsoft.com/office/officeart/2005/8/layout/hProcess11"/>
    <dgm:cxn modelId="{106FD3CD-B3D7-4091-8E51-AEF140DEB837}" type="presParOf" srcId="{4F4CDFCB-3E93-4990-8B0D-4980896DA184}" destId="{66577D37-E929-4D59-BD50-5F3733867090}" srcOrd="2" destOrd="0" presId="urn:microsoft.com/office/officeart/2005/8/layout/hProcess11"/>
    <dgm:cxn modelId="{25E4036D-D5EE-4CC6-840B-B219ABE4E91C}" type="presParOf" srcId="{0944AA68-3EA1-43C1-83BC-19831922AA09}" destId="{379A3ECA-8995-4444-860F-F9CB78E28892}" srcOrd="3" destOrd="0" presId="urn:microsoft.com/office/officeart/2005/8/layout/hProcess11"/>
    <dgm:cxn modelId="{E222E875-6B6C-4B22-944B-DF9C4783D12D}" type="presParOf" srcId="{0944AA68-3EA1-43C1-83BC-19831922AA09}" destId="{14DE9B10-C962-427C-A677-3F9C6B05CB23}" srcOrd="4" destOrd="0" presId="urn:microsoft.com/office/officeart/2005/8/layout/hProcess11"/>
    <dgm:cxn modelId="{2CD93C00-898B-46DF-817C-71CE05930511}" type="presParOf" srcId="{14DE9B10-C962-427C-A677-3F9C6B05CB23}" destId="{A0D64C6E-75B5-4CA3-BD02-4A34B1D8CE26}" srcOrd="0" destOrd="0" presId="urn:microsoft.com/office/officeart/2005/8/layout/hProcess11"/>
    <dgm:cxn modelId="{47752FCB-89CA-4D7F-96B7-44670C17A27B}" type="presParOf" srcId="{14DE9B10-C962-427C-A677-3F9C6B05CB23}" destId="{7C572DFC-FC53-4869-BEAC-11FF9E9EE061}" srcOrd="1" destOrd="0" presId="urn:microsoft.com/office/officeart/2005/8/layout/hProcess11"/>
    <dgm:cxn modelId="{00367D54-A35F-4307-A770-F3030B0CA958}" type="presParOf" srcId="{14DE9B10-C962-427C-A677-3F9C6B05CB23}" destId="{54489A23-84F0-42A3-BA78-1488ADA3DDEA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D8335CC-77A4-4B23-A083-CD41097BD722}" type="doc">
      <dgm:prSet loTypeId="urn:microsoft.com/office/officeart/2005/8/layout/hProcess11" loCatId="process" qsTypeId="urn:microsoft.com/office/officeart/2005/8/quickstyle/simple1#5" qsCatId="simple" csTypeId="urn:microsoft.com/office/officeart/2005/8/colors/accent6_1#1" csCatId="accent6" phldr="1"/>
      <dgm:spPr/>
    </dgm:pt>
    <dgm:pt modelId="{8A02B813-F80A-4673-8109-5A85A1E9986A}">
      <dgm:prSet phldrT="[文字]" custT="1"/>
      <dgm:spPr/>
      <dgm:t>
        <a:bodyPr/>
        <a:lstStyle/>
        <a:p>
          <a:r>
            <a:rPr lang="zh-TW" altLang="en-US" sz="2000" dirty="0"/>
            <a:t>烤土司</a:t>
          </a:r>
          <a:r>
            <a:rPr lang="en-US" altLang="zh-TW" sz="2000" dirty="0"/>
            <a:t>4</a:t>
          </a:r>
          <a:r>
            <a:rPr lang="zh-TW" altLang="en-US" sz="2000" dirty="0"/>
            <a:t>分鐘</a:t>
          </a:r>
        </a:p>
      </dgm:t>
    </dgm:pt>
    <dgm:pt modelId="{F963CD86-904D-4AE5-AAE8-B7C9EAE452A8}" type="parTrans" cxnId="{ED4D1115-2754-407A-BC57-5F2FCD0C5181}">
      <dgm:prSet/>
      <dgm:spPr/>
      <dgm:t>
        <a:bodyPr/>
        <a:lstStyle/>
        <a:p>
          <a:endParaRPr lang="zh-TW" altLang="en-US" sz="2000"/>
        </a:p>
      </dgm:t>
    </dgm:pt>
    <dgm:pt modelId="{7ABE53F6-2C16-441C-A23E-2635A91CFC38}" type="sibTrans" cxnId="{ED4D1115-2754-407A-BC57-5F2FCD0C5181}">
      <dgm:prSet/>
      <dgm:spPr/>
      <dgm:t>
        <a:bodyPr/>
        <a:lstStyle/>
        <a:p>
          <a:endParaRPr lang="zh-TW" altLang="en-US" sz="2000"/>
        </a:p>
      </dgm:t>
    </dgm:pt>
    <dgm:pt modelId="{C495C3F3-C9A0-4AD6-8FC9-9D0AFBFC026B}" type="pres">
      <dgm:prSet presAssocID="{2D8335CC-77A4-4B23-A083-CD41097BD722}" presName="Name0" presStyleCnt="0">
        <dgm:presLayoutVars>
          <dgm:dir/>
          <dgm:resizeHandles val="exact"/>
        </dgm:presLayoutVars>
      </dgm:prSet>
      <dgm:spPr/>
    </dgm:pt>
    <dgm:pt modelId="{FEE7B0C1-B7E3-4729-B912-F2C9DB8A6DAB}" type="pres">
      <dgm:prSet presAssocID="{2D8335CC-77A4-4B23-A083-CD41097BD722}" presName="arrow" presStyleLbl="bgShp" presStyleIdx="0" presStyleCnt="1"/>
      <dgm:spPr/>
    </dgm:pt>
    <dgm:pt modelId="{0944AA68-3EA1-43C1-83BC-19831922AA09}" type="pres">
      <dgm:prSet presAssocID="{2D8335CC-77A4-4B23-A083-CD41097BD722}" presName="points" presStyleCnt="0"/>
      <dgm:spPr/>
    </dgm:pt>
    <dgm:pt modelId="{451D54C5-2B7E-4942-90BA-BECA32765E7C}" type="pres">
      <dgm:prSet presAssocID="{8A02B813-F80A-4673-8109-5A85A1E9986A}" presName="compositeA" presStyleCnt="0"/>
      <dgm:spPr/>
    </dgm:pt>
    <dgm:pt modelId="{EECF47BC-BC32-4D3C-8609-151ABE8CBF0A}" type="pres">
      <dgm:prSet presAssocID="{8A02B813-F80A-4673-8109-5A85A1E9986A}" presName="textA" presStyleLbl="revTx" presStyleIdx="0" presStyleCnt="1" custScaleX="111328">
        <dgm:presLayoutVars>
          <dgm:bulletEnabled val="1"/>
        </dgm:presLayoutVars>
      </dgm:prSet>
      <dgm:spPr/>
    </dgm:pt>
    <dgm:pt modelId="{CB78E724-65D1-4ACC-A400-8AC3F056A338}" type="pres">
      <dgm:prSet presAssocID="{8A02B813-F80A-4673-8109-5A85A1E9986A}" presName="circleA" presStyleLbl="node1" presStyleIdx="0" presStyleCnt="1"/>
      <dgm:spPr/>
    </dgm:pt>
    <dgm:pt modelId="{D37ECB18-C1DB-409F-B5EF-231BB0711DB1}" type="pres">
      <dgm:prSet presAssocID="{8A02B813-F80A-4673-8109-5A85A1E9986A}" presName="spaceA" presStyleCnt="0"/>
      <dgm:spPr/>
    </dgm:pt>
  </dgm:ptLst>
  <dgm:cxnLst>
    <dgm:cxn modelId="{ED4D1115-2754-407A-BC57-5F2FCD0C5181}" srcId="{2D8335CC-77A4-4B23-A083-CD41097BD722}" destId="{8A02B813-F80A-4673-8109-5A85A1E9986A}" srcOrd="0" destOrd="0" parTransId="{F963CD86-904D-4AE5-AAE8-B7C9EAE452A8}" sibTransId="{7ABE53F6-2C16-441C-A23E-2635A91CFC38}"/>
    <dgm:cxn modelId="{198CABBD-3FD2-46F5-8166-3D23B97501CA}" type="presOf" srcId="{2D8335CC-77A4-4B23-A083-CD41097BD722}" destId="{C495C3F3-C9A0-4AD6-8FC9-9D0AFBFC026B}" srcOrd="0" destOrd="0" presId="urn:microsoft.com/office/officeart/2005/8/layout/hProcess11"/>
    <dgm:cxn modelId="{A4F7E4F0-630F-4803-A241-FCFE4B8DB18D}" type="presOf" srcId="{8A02B813-F80A-4673-8109-5A85A1E9986A}" destId="{EECF47BC-BC32-4D3C-8609-151ABE8CBF0A}" srcOrd="0" destOrd="0" presId="urn:microsoft.com/office/officeart/2005/8/layout/hProcess11"/>
    <dgm:cxn modelId="{77F9F8F6-444B-437E-A80F-195B506BE1C4}" type="presParOf" srcId="{C495C3F3-C9A0-4AD6-8FC9-9D0AFBFC026B}" destId="{FEE7B0C1-B7E3-4729-B912-F2C9DB8A6DAB}" srcOrd="0" destOrd="0" presId="urn:microsoft.com/office/officeart/2005/8/layout/hProcess11"/>
    <dgm:cxn modelId="{772F0A2B-66B9-4D4D-BC39-B601ED296A56}" type="presParOf" srcId="{C495C3F3-C9A0-4AD6-8FC9-9D0AFBFC026B}" destId="{0944AA68-3EA1-43C1-83BC-19831922AA09}" srcOrd="1" destOrd="0" presId="urn:microsoft.com/office/officeart/2005/8/layout/hProcess11"/>
    <dgm:cxn modelId="{AEC091BE-DB86-43D3-B33D-846F71EEC5BF}" type="presParOf" srcId="{0944AA68-3EA1-43C1-83BC-19831922AA09}" destId="{451D54C5-2B7E-4942-90BA-BECA32765E7C}" srcOrd="0" destOrd="0" presId="urn:microsoft.com/office/officeart/2005/8/layout/hProcess11"/>
    <dgm:cxn modelId="{3D810820-5758-4708-96ED-FFC4A0C18675}" type="presParOf" srcId="{451D54C5-2B7E-4942-90BA-BECA32765E7C}" destId="{EECF47BC-BC32-4D3C-8609-151ABE8CBF0A}" srcOrd="0" destOrd="0" presId="urn:microsoft.com/office/officeart/2005/8/layout/hProcess11"/>
    <dgm:cxn modelId="{E32E4B9E-7BE7-449E-BBAB-5D68E170A9D2}" type="presParOf" srcId="{451D54C5-2B7E-4942-90BA-BECA32765E7C}" destId="{CB78E724-65D1-4ACC-A400-8AC3F056A338}" srcOrd="1" destOrd="0" presId="urn:microsoft.com/office/officeart/2005/8/layout/hProcess11"/>
    <dgm:cxn modelId="{3E90B043-AB59-4F6B-B619-250D8610BC39}" type="presParOf" srcId="{451D54C5-2B7E-4942-90BA-BECA32765E7C}" destId="{D37ECB18-C1DB-409F-B5EF-231BB0711DB1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D8335CC-77A4-4B23-A083-CD41097BD722}" type="doc">
      <dgm:prSet loTypeId="urn:microsoft.com/office/officeart/2005/8/layout/hProcess11" loCatId="process" qsTypeId="urn:microsoft.com/office/officeart/2005/8/quickstyle/simple1#6" qsCatId="simple" csTypeId="urn:microsoft.com/office/officeart/2005/8/colors/accent1_1#1" csCatId="accent1" phldr="1"/>
      <dgm:spPr/>
    </dgm:pt>
    <dgm:pt modelId="{8A02B813-F80A-4673-8109-5A85A1E9986A}">
      <dgm:prSet phldrT="[文字]" custT="1"/>
      <dgm:spPr/>
      <dgm:t>
        <a:bodyPr/>
        <a:lstStyle/>
        <a:p>
          <a:r>
            <a:rPr lang="zh-TW" altLang="en-US" sz="2000" dirty="0"/>
            <a:t>煮咖啡</a:t>
          </a:r>
          <a:r>
            <a:rPr lang="en-US" altLang="zh-TW" sz="2000" dirty="0"/>
            <a:t>5</a:t>
          </a:r>
          <a:r>
            <a:rPr lang="zh-TW" altLang="en-US" sz="2000" dirty="0"/>
            <a:t>分鐘</a:t>
          </a:r>
        </a:p>
      </dgm:t>
    </dgm:pt>
    <dgm:pt modelId="{F963CD86-904D-4AE5-AAE8-B7C9EAE452A8}" type="parTrans" cxnId="{ED4D1115-2754-407A-BC57-5F2FCD0C5181}">
      <dgm:prSet/>
      <dgm:spPr/>
      <dgm:t>
        <a:bodyPr/>
        <a:lstStyle/>
        <a:p>
          <a:endParaRPr lang="zh-TW" altLang="en-US"/>
        </a:p>
      </dgm:t>
    </dgm:pt>
    <dgm:pt modelId="{7ABE53F6-2C16-441C-A23E-2635A91CFC38}" type="sibTrans" cxnId="{ED4D1115-2754-407A-BC57-5F2FCD0C5181}">
      <dgm:prSet/>
      <dgm:spPr/>
      <dgm:t>
        <a:bodyPr/>
        <a:lstStyle/>
        <a:p>
          <a:endParaRPr lang="zh-TW" altLang="en-US"/>
        </a:p>
      </dgm:t>
    </dgm:pt>
    <dgm:pt modelId="{C495C3F3-C9A0-4AD6-8FC9-9D0AFBFC026B}" type="pres">
      <dgm:prSet presAssocID="{2D8335CC-77A4-4B23-A083-CD41097BD722}" presName="Name0" presStyleCnt="0">
        <dgm:presLayoutVars>
          <dgm:dir/>
          <dgm:resizeHandles val="exact"/>
        </dgm:presLayoutVars>
      </dgm:prSet>
      <dgm:spPr/>
    </dgm:pt>
    <dgm:pt modelId="{FEE7B0C1-B7E3-4729-B912-F2C9DB8A6DAB}" type="pres">
      <dgm:prSet presAssocID="{2D8335CC-77A4-4B23-A083-CD41097BD722}" presName="arrow" presStyleLbl="bgShp" presStyleIdx="0" presStyleCnt="1"/>
      <dgm:spPr/>
    </dgm:pt>
    <dgm:pt modelId="{0944AA68-3EA1-43C1-83BC-19831922AA09}" type="pres">
      <dgm:prSet presAssocID="{2D8335CC-77A4-4B23-A083-CD41097BD722}" presName="points" presStyleCnt="0"/>
      <dgm:spPr/>
    </dgm:pt>
    <dgm:pt modelId="{451D54C5-2B7E-4942-90BA-BECA32765E7C}" type="pres">
      <dgm:prSet presAssocID="{8A02B813-F80A-4673-8109-5A85A1E9986A}" presName="compositeA" presStyleCnt="0"/>
      <dgm:spPr/>
    </dgm:pt>
    <dgm:pt modelId="{EECF47BC-BC32-4D3C-8609-151ABE8CBF0A}" type="pres">
      <dgm:prSet presAssocID="{8A02B813-F80A-4673-8109-5A85A1E9986A}" presName="textA" presStyleLbl="revTx" presStyleIdx="0" presStyleCnt="1">
        <dgm:presLayoutVars>
          <dgm:bulletEnabled val="1"/>
        </dgm:presLayoutVars>
      </dgm:prSet>
      <dgm:spPr/>
    </dgm:pt>
    <dgm:pt modelId="{CB78E724-65D1-4ACC-A400-8AC3F056A338}" type="pres">
      <dgm:prSet presAssocID="{8A02B813-F80A-4673-8109-5A85A1E9986A}" presName="circleA" presStyleLbl="node1" presStyleIdx="0" presStyleCnt="1"/>
      <dgm:spPr/>
    </dgm:pt>
    <dgm:pt modelId="{D37ECB18-C1DB-409F-B5EF-231BB0711DB1}" type="pres">
      <dgm:prSet presAssocID="{8A02B813-F80A-4673-8109-5A85A1E9986A}" presName="spaceA" presStyleCnt="0"/>
      <dgm:spPr/>
    </dgm:pt>
  </dgm:ptLst>
  <dgm:cxnLst>
    <dgm:cxn modelId="{ED4D1115-2754-407A-BC57-5F2FCD0C5181}" srcId="{2D8335CC-77A4-4B23-A083-CD41097BD722}" destId="{8A02B813-F80A-4673-8109-5A85A1E9986A}" srcOrd="0" destOrd="0" parTransId="{F963CD86-904D-4AE5-AAE8-B7C9EAE452A8}" sibTransId="{7ABE53F6-2C16-441C-A23E-2635A91CFC38}"/>
    <dgm:cxn modelId="{198CABBD-3FD2-46F5-8166-3D23B97501CA}" type="presOf" srcId="{2D8335CC-77A4-4B23-A083-CD41097BD722}" destId="{C495C3F3-C9A0-4AD6-8FC9-9D0AFBFC026B}" srcOrd="0" destOrd="0" presId="urn:microsoft.com/office/officeart/2005/8/layout/hProcess11"/>
    <dgm:cxn modelId="{A4F7E4F0-630F-4803-A241-FCFE4B8DB18D}" type="presOf" srcId="{8A02B813-F80A-4673-8109-5A85A1E9986A}" destId="{EECF47BC-BC32-4D3C-8609-151ABE8CBF0A}" srcOrd="0" destOrd="0" presId="urn:microsoft.com/office/officeart/2005/8/layout/hProcess11"/>
    <dgm:cxn modelId="{77F9F8F6-444B-437E-A80F-195B506BE1C4}" type="presParOf" srcId="{C495C3F3-C9A0-4AD6-8FC9-9D0AFBFC026B}" destId="{FEE7B0C1-B7E3-4729-B912-F2C9DB8A6DAB}" srcOrd="0" destOrd="0" presId="urn:microsoft.com/office/officeart/2005/8/layout/hProcess11"/>
    <dgm:cxn modelId="{772F0A2B-66B9-4D4D-BC39-B601ED296A56}" type="presParOf" srcId="{C495C3F3-C9A0-4AD6-8FC9-9D0AFBFC026B}" destId="{0944AA68-3EA1-43C1-83BC-19831922AA09}" srcOrd="1" destOrd="0" presId="urn:microsoft.com/office/officeart/2005/8/layout/hProcess11"/>
    <dgm:cxn modelId="{AEC091BE-DB86-43D3-B33D-846F71EEC5BF}" type="presParOf" srcId="{0944AA68-3EA1-43C1-83BC-19831922AA09}" destId="{451D54C5-2B7E-4942-90BA-BECA32765E7C}" srcOrd="0" destOrd="0" presId="urn:microsoft.com/office/officeart/2005/8/layout/hProcess11"/>
    <dgm:cxn modelId="{3D810820-5758-4708-96ED-FFC4A0C18675}" type="presParOf" srcId="{451D54C5-2B7E-4942-90BA-BECA32765E7C}" destId="{EECF47BC-BC32-4D3C-8609-151ABE8CBF0A}" srcOrd="0" destOrd="0" presId="urn:microsoft.com/office/officeart/2005/8/layout/hProcess11"/>
    <dgm:cxn modelId="{E32E4B9E-7BE7-449E-BBAB-5D68E170A9D2}" type="presParOf" srcId="{451D54C5-2B7E-4942-90BA-BECA32765E7C}" destId="{CB78E724-65D1-4ACC-A400-8AC3F056A338}" srcOrd="1" destOrd="0" presId="urn:microsoft.com/office/officeart/2005/8/layout/hProcess11"/>
    <dgm:cxn modelId="{3E90B043-AB59-4F6B-B619-250D8610BC39}" type="presParOf" srcId="{451D54C5-2B7E-4942-90BA-BECA32765E7C}" destId="{D37ECB18-C1DB-409F-B5EF-231BB0711DB1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D8335CC-77A4-4B23-A083-CD41097BD722}" type="doc">
      <dgm:prSet loTypeId="urn:microsoft.com/office/officeart/2005/8/layout/hProcess11" loCatId="process" qsTypeId="urn:microsoft.com/office/officeart/2005/8/quickstyle/simple1#7" qsCatId="simple" csTypeId="urn:microsoft.com/office/officeart/2005/8/colors/colorful3#3" csCatId="colorful" phldr="1"/>
      <dgm:spPr/>
    </dgm:pt>
    <dgm:pt modelId="{8A02B813-F80A-4673-8109-5A85A1E9986A}">
      <dgm:prSet phldrT="[文字]" custT="1"/>
      <dgm:spPr/>
      <dgm:t>
        <a:bodyPr/>
        <a:lstStyle/>
        <a:p>
          <a:r>
            <a:rPr lang="zh-TW" altLang="en-US" sz="2000" dirty="0"/>
            <a:t>蒸蛋</a:t>
          </a:r>
          <a:r>
            <a:rPr lang="en-US" altLang="zh-TW" sz="2000" dirty="0"/>
            <a:t>10</a:t>
          </a:r>
          <a:r>
            <a:rPr lang="zh-TW" altLang="en-US" sz="2000" dirty="0"/>
            <a:t>分鐘</a:t>
          </a:r>
        </a:p>
      </dgm:t>
    </dgm:pt>
    <dgm:pt modelId="{F963CD86-904D-4AE5-AAE8-B7C9EAE452A8}" type="parTrans" cxnId="{ED4D1115-2754-407A-BC57-5F2FCD0C5181}">
      <dgm:prSet/>
      <dgm:spPr/>
      <dgm:t>
        <a:bodyPr/>
        <a:lstStyle/>
        <a:p>
          <a:endParaRPr lang="zh-TW" altLang="en-US" sz="2000"/>
        </a:p>
      </dgm:t>
    </dgm:pt>
    <dgm:pt modelId="{7ABE53F6-2C16-441C-A23E-2635A91CFC38}" type="sibTrans" cxnId="{ED4D1115-2754-407A-BC57-5F2FCD0C5181}">
      <dgm:prSet/>
      <dgm:spPr/>
      <dgm:t>
        <a:bodyPr/>
        <a:lstStyle/>
        <a:p>
          <a:endParaRPr lang="zh-TW" altLang="en-US" sz="2000"/>
        </a:p>
      </dgm:t>
    </dgm:pt>
    <dgm:pt modelId="{C495C3F3-C9A0-4AD6-8FC9-9D0AFBFC026B}" type="pres">
      <dgm:prSet presAssocID="{2D8335CC-77A4-4B23-A083-CD41097BD722}" presName="Name0" presStyleCnt="0">
        <dgm:presLayoutVars>
          <dgm:dir/>
          <dgm:resizeHandles val="exact"/>
        </dgm:presLayoutVars>
      </dgm:prSet>
      <dgm:spPr/>
    </dgm:pt>
    <dgm:pt modelId="{FEE7B0C1-B7E3-4729-B912-F2C9DB8A6DAB}" type="pres">
      <dgm:prSet presAssocID="{2D8335CC-77A4-4B23-A083-CD41097BD722}" presName="arrow" presStyleLbl="bgShp" presStyleIdx="0" presStyleCnt="1"/>
      <dgm:spPr/>
    </dgm:pt>
    <dgm:pt modelId="{0944AA68-3EA1-43C1-83BC-19831922AA09}" type="pres">
      <dgm:prSet presAssocID="{2D8335CC-77A4-4B23-A083-CD41097BD722}" presName="points" presStyleCnt="0"/>
      <dgm:spPr/>
    </dgm:pt>
    <dgm:pt modelId="{451D54C5-2B7E-4942-90BA-BECA32765E7C}" type="pres">
      <dgm:prSet presAssocID="{8A02B813-F80A-4673-8109-5A85A1E9986A}" presName="compositeA" presStyleCnt="0"/>
      <dgm:spPr/>
    </dgm:pt>
    <dgm:pt modelId="{EECF47BC-BC32-4D3C-8609-151ABE8CBF0A}" type="pres">
      <dgm:prSet presAssocID="{8A02B813-F80A-4673-8109-5A85A1E9986A}" presName="textA" presStyleLbl="revTx" presStyleIdx="0" presStyleCnt="1">
        <dgm:presLayoutVars>
          <dgm:bulletEnabled val="1"/>
        </dgm:presLayoutVars>
      </dgm:prSet>
      <dgm:spPr/>
    </dgm:pt>
    <dgm:pt modelId="{CB78E724-65D1-4ACC-A400-8AC3F056A338}" type="pres">
      <dgm:prSet presAssocID="{8A02B813-F80A-4673-8109-5A85A1E9986A}" presName="circleA" presStyleLbl="node1" presStyleIdx="0" presStyleCnt="1"/>
      <dgm:spPr/>
    </dgm:pt>
    <dgm:pt modelId="{D37ECB18-C1DB-409F-B5EF-231BB0711DB1}" type="pres">
      <dgm:prSet presAssocID="{8A02B813-F80A-4673-8109-5A85A1E9986A}" presName="spaceA" presStyleCnt="0"/>
      <dgm:spPr/>
    </dgm:pt>
  </dgm:ptLst>
  <dgm:cxnLst>
    <dgm:cxn modelId="{ED4D1115-2754-407A-BC57-5F2FCD0C5181}" srcId="{2D8335CC-77A4-4B23-A083-CD41097BD722}" destId="{8A02B813-F80A-4673-8109-5A85A1E9986A}" srcOrd="0" destOrd="0" parTransId="{F963CD86-904D-4AE5-AAE8-B7C9EAE452A8}" sibTransId="{7ABE53F6-2C16-441C-A23E-2635A91CFC38}"/>
    <dgm:cxn modelId="{198CABBD-3FD2-46F5-8166-3D23B97501CA}" type="presOf" srcId="{2D8335CC-77A4-4B23-A083-CD41097BD722}" destId="{C495C3F3-C9A0-4AD6-8FC9-9D0AFBFC026B}" srcOrd="0" destOrd="0" presId="urn:microsoft.com/office/officeart/2005/8/layout/hProcess11"/>
    <dgm:cxn modelId="{A4F7E4F0-630F-4803-A241-FCFE4B8DB18D}" type="presOf" srcId="{8A02B813-F80A-4673-8109-5A85A1E9986A}" destId="{EECF47BC-BC32-4D3C-8609-151ABE8CBF0A}" srcOrd="0" destOrd="0" presId="urn:microsoft.com/office/officeart/2005/8/layout/hProcess11"/>
    <dgm:cxn modelId="{77F9F8F6-444B-437E-A80F-195B506BE1C4}" type="presParOf" srcId="{C495C3F3-C9A0-4AD6-8FC9-9D0AFBFC026B}" destId="{FEE7B0C1-B7E3-4729-B912-F2C9DB8A6DAB}" srcOrd="0" destOrd="0" presId="urn:microsoft.com/office/officeart/2005/8/layout/hProcess11"/>
    <dgm:cxn modelId="{772F0A2B-66B9-4D4D-BC39-B601ED296A56}" type="presParOf" srcId="{C495C3F3-C9A0-4AD6-8FC9-9D0AFBFC026B}" destId="{0944AA68-3EA1-43C1-83BC-19831922AA09}" srcOrd="1" destOrd="0" presId="urn:microsoft.com/office/officeart/2005/8/layout/hProcess11"/>
    <dgm:cxn modelId="{AEC091BE-DB86-43D3-B33D-846F71EEC5BF}" type="presParOf" srcId="{0944AA68-3EA1-43C1-83BC-19831922AA09}" destId="{451D54C5-2B7E-4942-90BA-BECA32765E7C}" srcOrd="0" destOrd="0" presId="urn:microsoft.com/office/officeart/2005/8/layout/hProcess11"/>
    <dgm:cxn modelId="{3D810820-5758-4708-96ED-FFC4A0C18675}" type="presParOf" srcId="{451D54C5-2B7E-4942-90BA-BECA32765E7C}" destId="{EECF47BC-BC32-4D3C-8609-151ABE8CBF0A}" srcOrd="0" destOrd="0" presId="urn:microsoft.com/office/officeart/2005/8/layout/hProcess11"/>
    <dgm:cxn modelId="{E32E4B9E-7BE7-449E-BBAB-5D68E170A9D2}" type="presParOf" srcId="{451D54C5-2B7E-4942-90BA-BECA32765E7C}" destId="{CB78E724-65D1-4ACC-A400-8AC3F056A338}" srcOrd="1" destOrd="0" presId="urn:microsoft.com/office/officeart/2005/8/layout/hProcess11"/>
    <dgm:cxn modelId="{3E90B043-AB59-4F6B-B619-250D8610BC39}" type="presParOf" srcId="{451D54C5-2B7E-4942-90BA-BECA32765E7C}" destId="{D37ECB18-C1DB-409F-B5EF-231BB0711DB1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FD55C3C-7B67-446F-97D3-94F3CC5BA760}" type="doc">
      <dgm:prSet loTypeId="urn:microsoft.com/office/officeart/2005/8/layout/hierarchy2" loCatId="hierarchy" qsTypeId="urn:microsoft.com/office/officeart/2005/8/quickstyle/simple1#8" qsCatId="simple" csTypeId="urn:microsoft.com/office/officeart/2005/8/colors/colorful1#1" csCatId="colorful" phldr="1"/>
      <dgm:spPr/>
      <dgm:t>
        <a:bodyPr/>
        <a:lstStyle/>
        <a:p>
          <a:endParaRPr lang="zh-TW" altLang="en-US"/>
        </a:p>
      </dgm:t>
    </dgm:pt>
    <dgm:pt modelId="{38C2FC9B-42ED-44C6-82DF-AD930C64C0F1}">
      <dgm:prSet phldrT="[文字]"/>
      <dgm:spPr/>
      <dgm:t>
        <a:bodyPr/>
        <a:lstStyle/>
        <a:p>
          <a:r>
            <a:rPr lang="en-US" altLang="zh-TW" dirty="0"/>
            <a:t>Fetch</a:t>
          </a:r>
          <a:endParaRPr lang="zh-TW" altLang="en-US" dirty="0"/>
        </a:p>
      </dgm:t>
    </dgm:pt>
    <dgm:pt modelId="{39470BD1-0C54-47B3-86EF-44DE50216CAC}" type="parTrans" cxnId="{24D60E9D-8996-4255-9B33-77502CA87F28}">
      <dgm:prSet/>
      <dgm:spPr/>
      <dgm:t>
        <a:bodyPr/>
        <a:lstStyle/>
        <a:p>
          <a:endParaRPr lang="zh-TW" altLang="en-US"/>
        </a:p>
      </dgm:t>
    </dgm:pt>
    <dgm:pt modelId="{AAC2E232-6753-47BA-8D7A-A94EE0624ABE}" type="sibTrans" cxnId="{24D60E9D-8996-4255-9B33-77502CA87F28}">
      <dgm:prSet/>
      <dgm:spPr/>
      <dgm:t>
        <a:bodyPr/>
        <a:lstStyle/>
        <a:p>
          <a:endParaRPr lang="zh-TW" altLang="en-US"/>
        </a:p>
      </dgm:t>
    </dgm:pt>
    <dgm:pt modelId="{F83E57B4-CCE7-4B35-ACDF-3B27058FBB37}">
      <dgm:prSet phldrT="[文字]"/>
      <dgm:spPr/>
      <dgm:t>
        <a:bodyPr/>
        <a:lstStyle/>
        <a:p>
          <a:r>
            <a:rPr lang="en-US" altLang="zh-TW" dirty="0"/>
            <a:t>Request</a:t>
          </a:r>
          <a:endParaRPr lang="zh-TW" altLang="en-US" dirty="0"/>
        </a:p>
      </dgm:t>
    </dgm:pt>
    <dgm:pt modelId="{E44CD789-43D0-455A-A74A-8F00A45F4EE6}" type="parTrans" cxnId="{6568A97E-9EEA-4428-BBDB-0992496CB910}">
      <dgm:prSet/>
      <dgm:spPr/>
      <dgm:t>
        <a:bodyPr/>
        <a:lstStyle/>
        <a:p>
          <a:endParaRPr lang="zh-TW" altLang="en-US"/>
        </a:p>
      </dgm:t>
    </dgm:pt>
    <dgm:pt modelId="{DFC886BA-4331-41AA-93E2-B90586E00A18}" type="sibTrans" cxnId="{6568A97E-9EEA-4428-BBDB-0992496CB910}">
      <dgm:prSet/>
      <dgm:spPr/>
      <dgm:t>
        <a:bodyPr/>
        <a:lstStyle/>
        <a:p>
          <a:endParaRPr lang="zh-TW" altLang="en-US"/>
        </a:p>
      </dgm:t>
    </dgm:pt>
    <dgm:pt modelId="{09189C82-BF92-4CF0-A583-6248153E9A72}">
      <dgm:prSet phldrT="[文字]"/>
      <dgm:spPr/>
      <dgm:t>
        <a:bodyPr/>
        <a:lstStyle/>
        <a:p>
          <a:r>
            <a:rPr lang="en-US" altLang="zh-TW" dirty="0"/>
            <a:t>Response</a:t>
          </a:r>
          <a:endParaRPr lang="zh-TW" altLang="en-US" dirty="0"/>
        </a:p>
      </dgm:t>
    </dgm:pt>
    <dgm:pt modelId="{518D93D6-70B9-4796-9B20-D1C66EF1FD23}" type="parTrans" cxnId="{AD5AADD9-7B9F-4DD6-B1E4-12CA006533AD}">
      <dgm:prSet/>
      <dgm:spPr/>
      <dgm:t>
        <a:bodyPr/>
        <a:lstStyle/>
        <a:p>
          <a:endParaRPr lang="zh-TW" altLang="en-US"/>
        </a:p>
      </dgm:t>
    </dgm:pt>
    <dgm:pt modelId="{8EB28418-2D4A-40DA-9B29-5A9E87791F4D}" type="sibTrans" cxnId="{AD5AADD9-7B9F-4DD6-B1E4-12CA006533AD}">
      <dgm:prSet/>
      <dgm:spPr/>
      <dgm:t>
        <a:bodyPr/>
        <a:lstStyle/>
        <a:p>
          <a:endParaRPr lang="zh-TW" altLang="en-US"/>
        </a:p>
      </dgm:t>
    </dgm:pt>
    <dgm:pt modelId="{79472B5F-82D2-42EC-99FF-3EA7649619B3}" type="pres">
      <dgm:prSet presAssocID="{8FD55C3C-7B67-446F-97D3-94F3CC5BA760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E020D1B-FAA8-4F8D-B853-5CA8046EDF6F}" type="pres">
      <dgm:prSet presAssocID="{38C2FC9B-42ED-44C6-82DF-AD930C64C0F1}" presName="root1" presStyleCnt="0"/>
      <dgm:spPr/>
    </dgm:pt>
    <dgm:pt modelId="{9C0C2401-58E0-41CD-B8DB-FBB1745EA531}" type="pres">
      <dgm:prSet presAssocID="{38C2FC9B-42ED-44C6-82DF-AD930C64C0F1}" presName="LevelOneTextNode" presStyleLbl="node0" presStyleIdx="0" presStyleCnt="1">
        <dgm:presLayoutVars>
          <dgm:chPref val="3"/>
        </dgm:presLayoutVars>
      </dgm:prSet>
      <dgm:spPr/>
    </dgm:pt>
    <dgm:pt modelId="{D1F8DE00-A6C9-473C-BF46-60C00F2D327C}" type="pres">
      <dgm:prSet presAssocID="{38C2FC9B-42ED-44C6-82DF-AD930C64C0F1}" presName="level2hierChild" presStyleCnt="0"/>
      <dgm:spPr/>
    </dgm:pt>
    <dgm:pt modelId="{943675DD-B309-4CF2-A70D-308520E5241B}" type="pres">
      <dgm:prSet presAssocID="{E44CD789-43D0-455A-A74A-8F00A45F4EE6}" presName="conn2-1" presStyleLbl="parChTrans1D2" presStyleIdx="0" presStyleCnt="2"/>
      <dgm:spPr/>
    </dgm:pt>
    <dgm:pt modelId="{DB76C307-11A4-4E57-BA0B-556EE8B070C1}" type="pres">
      <dgm:prSet presAssocID="{E44CD789-43D0-455A-A74A-8F00A45F4EE6}" presName="connTx" presStyleLbl="parChTrans1D2" presStyleIdx="0" presStyleCnt="2"/>
      <dgm:spPr/>
    </dgm:pt>
    <dgm:pt modelId="{A9A8F04F-ACAF-4955-ACF7-AF9B6A5E2689}" type="pres">
      <dgm:prSet presAssocID="{F83E57B4-CCE7-4B35-ACDF-3B27058FBB37}" presName="root2" presStyleCnt="0"/>
      <dgm:spPr/>
    </dgm:pt>
    <dgm:pt modelId="{981C4028-C2C2-4A3E-8EDC-5137D5CCF2AD}" type="pres">
      <dgm:prSet presAssocID="{F83E57B4-CCE7-4B35-ACDF-3B27058FBB37}" presName="LevelTwoTextNode" presStyleLbl="node2" presStyleIdx="0" presStyleCnt="2">
        <dgm:presLayoutVars>
          <dgm:chPref val="3"/>
        </dgm:presLayoutVars>
      </dgm:prSet>
      <dgm:spPr/>
    </dgm:pt>
    <dgm:pt modelId="{083509F0-AD22-42B5-8469-7DE24BD92A1E}" type="pres">
      <dgm:prSet presAssocID="{F83E57B4-CCE7-4B35-ACDF-3B27058FBB37}" presName="level3hierChild" presStyleCnt="0"/>
      <dgm:spPr/>
    </dgm:pt>
    <dgm:pt modelId="{561D1D7B-57DA-4544-805B-AD23C470B5DD}" type="pres">
      <dgm:prSet presAssocID="{518D93D6-70B9-4796-9B20-D1C66EF1FD23}" presName="conn2-1" presStyleLbl="parChTrans1D2" presStyleIdx="1" presStyleCnt="2"/>
      <dgm:spPr/>
    </dgm:pt>
    <dgm:pt modelId="{18229C50-12FF-4CB5-A7A9-ABF019FF48B7}" type="pres">
      <dgm:prSet presAssocID="{518D93D6-70B9-4796-9B20-D1C66EF1FD23}" presName="connTx" presStyleLbl="parChTrans1D2" presStyleIdx="1" presStyleCnt="2"/>
      <dgm:spPr/>
    </dgm:pt>
    <dgm:pt modelId="{A58CDEC9-E6DF-431D-A026-6912516760DF}" type="pres">
      <dgm:prSet presAssocID="{09189C82-BF92-4CF0-A583-6248153E9A72}" presName="root2" presStyleCnt="0"/>
      <dgm:spPr/>
    </dgm:pt>
    <dgm:pt modelId="{07B14C7D-9308-4D8E-A6B6-3FF425FB4882}" type="pres">
      <dgm:prSet presAssocID="{09189C82-BF92-4CF0-A583-6248153E9A72}" presName="LevelTwoTextNode" presStyleLbl="node2" presStyleIdx="1" presStyleCnt="2">
        <dgm:presLayoutVars>
          <dgm:chPref val="3"/>
        </dgm:presLayoutVars>
      </dgm:prSet>
      <dgm:spPr/>
    </dgm:pt>
    <dgm:pt modelId="{1C96901C-166F-462B-867D-838B82BBE482}" type="pres">
      <dgm:prSet presAssocID="{09189C82-BF92-4CF0-A583-6248153E9A72}" presName="level3hierChild" presStyleCnt="0"/>
      <dgm:spPr/>
    </dgm:pt>
  </dgm:ptLst>
  <dgm:cxnLst>
    <dgm:cxn modelId="{AED1231F-54BC-4E6B-AF78-77D3A5E25BB0}" type="presOf" srcId="{E44CD789-43D0-455A-A74A-8F00A45F4EE6}" destId="{DB76C307-11A4-4E57-BA0B-556EE8B070C1}" srcOrd="1" destOrd="0" presId="urn:microsoft.com/office/officeart/2005/8/layout/hierarchy2"/>
    <dgm:cxn modelId="{3EEA732C-4C70-427A-BC73-5B5C53A24AA2}" type="presOf" srcId="{E44CD789-43D0-455A-A74A-8F00A45F4EE6}" destId="{943675DD-B309-4CF2-A70D-308520E5241B}" srcOrd="0" destOrd="0" presId="urn:microsoft.com/office/officeart/2005/8/layout/hierarchy2"/>
    <dgm:cxn modelId="{6568A97E-9EEA-4428-BBDB-0992496CB910}" srcId="{38C2FC9B-42ED-44C6-82DF-AD930C64C0F1}" destId="{F83E57B4-CCE7-4B35-ACDF-3B27058FBB37}" srcOrd="0" destOrd="0" parTransId="{E44CD789-43D0-455A-A74A-8F00A45F4EE6}" sibTransId="{DFC886BA-4331-41AA-93E2-B90586E00A18}"/>
    <dgm:cxn modelId="{252EB580-197C-4E50-B4AD-14B05E9FEE8E}" type="presOf" srcId="{F83E57B4-CCE7-4B35-ACDF-3B27058FBB37}" destId="{981C4028-C2C2-4A3E-8EDC-5137D5CCF2AD}" srcOrd="0" destOrd="0" presId="urn:microsoft.com/office/officeart/2005/8/layout/hierarchy2"/>
    <dgm:cxn modelId="{2CBDFF98-B8A9-4140-B078-8DE00B758606}" type="presOf" srcId="{38C2FC9B-42ED-44C6-82DF-AD930C64C0F1}" destId="{9C0C2401-58E0-41CD-B8DB-FBB1745EA531}" srcOrd="0" destOrd="0" presId="urn:microsoft.com/office/officeart/2005/8/layout/hierarchy2"/>
    <dgm:cxn modelId="{24D60E9D-8996-4255-9B33-77502CA87F28}" srcId="{8FD55C3C-7B67-446F-97D3-94F3CC5BA760}" destId="{38C2FC9B-42ED-44C6-82DF-AD930C64C0F1}" srcOrd="0" destOrd="0" parTransId="{39470BD1-0C54-47B3-86EF-44DE50216CAC}" sibTransId="{AAC2E232-6753-47BA-8D7A-A94EE0624ABE}"/>
    <dgm:cxn modelId="{21792EA4-A7C5-49B1-B09A-168D4612F621}" type="presOf" srcId="{518D93D6-70B9-4796-9B20-D1C66EF1FD23}" destId="{18229C50-12FF-4CB5-A7A9-ABF019FF48B7}" srcOrd="1" destOrd="0" presId="urn:microsoft.com/office/officeart/2005/8/layout/hierarchy2"/>
    <dgm:cxn modelId="{E4269EAC-DE65-4345-8309-DBB7B6A65601}" type="presOf" srcId="{8FD55C3C-7B67-446F-97D3-94F3CC5BA760}" destId="{79472B5F-82D2-42EC-99FF-3EA7649619B3}" srcOrd="0" destOrd="0" presId="urn:microsoft.com/office/officeart/2005/8/layout/hierarchy2"/>
    <dgm:cxn modelId="{5FC1BED7-8D85-4368-8E44-4DB4D3933ED9}" type="presOf" srcId="{518D93D6-70B9-4796-9B20-D1C66EF1FD23}" destId="{561D1D7B-57DA-4544-805B-AD23C470B5DD}" srcOrd="0" destOrd="0" presId="urn:microsoft.com/office/officeart/2005/8/layout/hierarchy2"/>
    <dgm:cxn modelId="{AD5AADD9-7B9F-4DD6-B1E4-12CA006533AD}" srcId="{38C2FC9B-42ED-44C6-82DF-AD930C64C0F1}" destId="{09189C82-BF92-4CF0-A583-6248153E9A72}" srcOrd="1" destOrd="0" parTransId="{518D93D6-70B9-4796-9B20-D1C66EF1FD23}" sibTransId="{8EB28418-2D4A-40DA-9B29-5A9E87791F4D}"/>
    <dgm:cxn modelId="{228CAAE7-A2E3-4E1C-8E9D-EAE59E8901C7}" type="presOf" srcId="{09189C82-BF92-4CF0-A583-6248153E9A72}" destId="{07B14C7D-9308-4D8E-A6B6-3FF425FB4882}" srcOrd="0" destOrd="0" presId="urn:microsoft.com/office/officeart/2005/8/layout/hierarchy2"/>
    <dgm:cxn modelId="{DD6FBC6F-7883-4CA2-A015-F81976D26450}" type="presParOf" srcId="{79472B5F-82D2-42EC-99FF-3EA7649619B3}" destId="{CE020D1B-FAA8-4F8D-B853-5CA8046EDF6F}" srcOrd="0" destOrd="0" presId="urn:microsoft.com/office/officeart/2005/8/layout/hierarchy2"/>
    <dgm:cxn modelId="{D7DB6D9F-4CAB-402B-92BE-CCEF159C7D89}" type="presParOf" srcId="{CE020D1B-FAA8-4F8D-B853-5CA8046EDF6F}" destId="{9C0C2401-58E0-41CD-B8DB-FBB1745EA531}" srcOrd="0" destOrd="0" presId="urn:microsoft.com/office/officeart/2005/8/layout/hierarchy2"/>
    <dgm:cxn modelId="{A4868CB5-61F2-4A12-B78A-A4C83DDE0CDE}" type="presParOf" srcId="{CE020D1B-FAA8-4F8D-B853-5CA8046EDF6F}" destId="{D1F8DE00-A6C9-473C-BF46-60C00F2D327C}" srcOrd="1" destOrd="0" presId="urn:microsoft.com/office/officeart/2005/8/layout/hierarchy2"/>
    <dgm:cxn modelId="{35B6FCEF-409C-4129-B6DC-B9CC74CA6E3C}" type="presParOf" srcId="{D1F8DE00-A6C9-473C-BF46-60C00F2D327C}" destId="{943675DD-B309-4CF2-A70D-308520E5241B}" srcOrd="0" destOrd="0" presId="urn:microsoft.com/office/officeart/2005/8/layout/hierarchy2"/>
    <dgm:cxn modelId="{D72CB39B-97AD-48EC-9F06-13A972135EBE}" type="presParOf" srcId="{943675DD-B309-4CF2-A70D-308520E5241B}" destId="{DB76C307-11A4-4E57-BA0B-556EE8B070C1}" srcOrd="0" destOrd="0" presId="urn:microsoft.com/office/officeart/2005/8/layout/hierarchy2"/>
    <dgm:cxn modelId="{D9572FED-530E-435E-A586-EA8C18A94D07}" type="presParOf" srcId="{D1F8DE00-A6C9-473C-BF46-60C00F2D327C}" destId="{A9A8F04F-ACAF-4955-ACF7-AF9B6A5E2689}" srcOrd="1" destOrd="0" presId="urn:microsoft.com/office/officeart/2005/8/layout/hierarchy2"/>
    <dgm:cxn modelId="{5C4759AE-A391-463A-A0C4-5A0970747347}" type="presParOf" srcId="{A9A8F04F-ACAF-4955-ACF7-AF9B6A5E2689}" destId="{981C4028-C2C2-4A3E-8EDC-5137D5CCF2AD}" srcOrd="0" destOrd="0" presId="urn:microsoft.com/office/officeart/2005/8/layout/hierarchy2"/>
    <dgm:cxn modelId="{2AEF2AAF-CB19-4DB0-A873-31D0C88E224E}" type="presParOf" srcId="{A9A8F04F-ACAF-4955-ACF7-AF9B6A5E2689}" destId="{083509F0-AD22-42B5-8469-7DE24BD92A1E}" srcOrd="1" destOrd="0" presId="urn:microsoft.com/office/officeart/2005/8/layout/hierarchy2"/>
    <dgm:cxn modelId="{701C4BA7-8423-4DD8-92B3-4EC9E9ACAF48}" type="presParOf" srcId="{D1F8DE00-A6C9-473C-BF46-60C00F2D327C}" destId="{561D1D7B-57DA-4544-805B-AD23C470B5DD}" srcOrd="2" destOrd="0" presId="urn:microsoft.com/office/officeart/2005/8/layout/hierarchy2"/>
    <dgm:cxn modelId="{209DEC40-8F55-46ED-9A18-726E8B07EDA2}" type="presParOf" srcId="{561D1D7B-57DA-4544-805B-AD23C470B5DD}" destId="{18229C50-12FF-4CB5-A7A9-ABF019FF48B7}" srcOrd="0" destOrd="0" presId="urn:microsoft.com/office/officeart/2005/8/layout/hierarchy2"/>
    <dgm:cxn modelId="{6C94A37D-0B33-4510-A326-9510B1802D1B}" type="presParOf" srcId="{D1F8DE00-A6C9-473C-BF46-60C00F2D327C}" destId="{A58CDEC9-E6DF-431D-A026-6912516760DF}" srcOrd="3" destOrd="0" presId="urn:microsoft.com/office/officeart/2005/8/layout/hierarchy2"/>
    <dgm:cxn modelId="{0FA6FE16-BA27-4287-A351-B6079D7BA22C}" type="presParOf" srcId="{A58CDEC9-E6DF-431D-A026-6912516760DF}" destId="{07B14C7D-9308-4D8E-A6B6-3FF425FB4882}" srcOrd="0" destOrd="0" presId="urn:microsoft.com/office/officeart/2005/8/layout/hierarchy2"/>
    <dgm:cxn modelId="{754E3957-72AC-4D8B-B878-939ABC3FBE44}" type="presParOf" srcId="{A58CDEC9-E6DF-431D-A026-6912516760DF}" destId="{1C96901C-166F-462B-867D-838B82BBE482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B4E5E7-22A4-431E-96F2-88D497EBAB49}">
      <dsp:nvSpPr>
        <dsp:cNvPr id="0" name=""/>
        <dsp:cNvSpPr/>
      </dsp:nvSpPr>
      <dsp:spPr>
        <a:xfrm>
          <a:off x="-5350304" y="-819335"/>
          <a:ext cx="6370852" cy="6370852"/>
        </a:xfrm>
        <a:prstGeom prst="blockArc">
          <a:avLst>
            <a:gd name="adj1" fmla="val 18900000"/>
            <a:gd name="adj2" fmla="val 2700000"/>
            <a:gd name="adj3" fmla="val 33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477E05-6A98-4160-9D1F-640AC2546855}">
      <dsp:nvSpPr>
        <dsp:cNvPr id="0" name=""/>
        <dsp:cNvSpPr/>
      </dsp:nvSpPr>
      <dsp:spPr>
        <a:xfrm>
          <a:off x="534300" y="363810"/>
          <a:ext cx="6423470" cy="72799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7849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500" kern="1200" dirty="0"/>
            <a:t>Ajax </a:t>
          </a:r>
          <a:r>
            <a:rPr lang="zh-TW" altLang="en-US" sz="3500" kern="1200" dirty="0"/>
            <a:t>開始之前</a:t>
          </a:r>
        </a:p>
      </dsp:txBody>
      <dsp:txXfrm>
        <a:off x="534300" y="363810"/>
        <a:ext cx="6423470" cy="727998"/>
      </dsp:txXfrm>
    </dsp:sp>
    <dsp:sp modelId="{2704565D-5E31-40F6-8E56-F88A0686998A}">
      <dsp:nvSpPr>
        <dsp:cNvPr id="0" name=""/>
        <dsp:cNvSpPr/>
      </dsp:nvSpPr>
      <dsp:spPr>
        <a:xfrm>
          <a:off x="79301" y="272810"/>
          <a:ext cx="909998" cy="90999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D5A455-32E3-4FBF-B578-9F968960C251}">
      <dsp:nvSpPr>
        <dsp:cNvPr id="0" name=""/>
        <dsp:cNvSpPr/>
      </dsp:nvSpPr>
      <dsp:spPr>
        <a:xfrm>
          <a:off x="951679" y="1455997"/>
          <a:ext cx="6006091" cy="72799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7849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500" kern="1200" dirty="0"/>
            <a:t>關於 </a:t>
          </a:r>
          <a:r>
            <a:rPr lang="en-US" altLang="en-US" sz="3500" kern="1200" dirty="0"/>
            <a:t>Restful API</a:t>
          </a:r>
          <a:endParaRPr lang="en-US" altLang="zh-TW" sz="3500" kern="1200" dirty="0"/>
        </a:p>
      </dsp:txBody>
      <dsp:txXfrm>
        <a:off x="951679" y="1455997"/>
        <a:ext cx="6006091" cy="727998"/>
      </dsp:txXfrm>
    </dsp:sp>
    <dsp:sp modelId="{751FCBBD-977D-4C42-BDDA-AEEED59BE3AA}">
      <dsp:nvSpPr>
        <dsp:cNvPr id="0" name=""/>
        <dsp:cNvSpPr/>
      </dsp:nvSpPr>
      <dsp:spPr>
        <a:xfrm>
          <a:off x="496680" y="1364997"/>
          <a:ext cx="909998" cy="90999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647110-254C-48A9-B37F-474606370708}">
      <dsp:nvSpPr>
        <dsp:cNvPr id="0" name=""/>
        <dsp:cNvSpPr/>
      </dsp:nvSpPr>
      <dsp:spPr>
        <a:xfrm>
          <a:off x="951679" y="2548185"/>
          <a:ext cx="6006091" cy="72799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7849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3500" kern="1200" dirty="0"/>
            <a:t>Ajax </a:t>
          </a:r>
          <a:r>
            <a:rPr lang="zh-TW" altLang="en-US" sz="3500" kern="1200" dirty="0"/>
            <a:t>程式開發使用 </a:t>
          </a:r>
          <a:r>
            <a:rPr lang="en-US" altLang="zh-TW" sz="3500" kern="1200" dirty="0"/>
            <a:t>fetch()</a:t>
          </a:r>
        </a:p>
      </dsp:txBody>
      <dsp:txXfrm>
        <a:off x="951679" y="2548185"/>
        <a:ext cx="6006091" cy="727998"/>
      </dsp:txXfrm>
    </dsp:sp>
    <dsp:sp modelId="{142DA942-34F1-45F5-84C5-DEE7812BFBE7}">
      <dsp:nvSpPr>
        <dsp:cNvPr id="0" name=""/>
        <dsp:cNvSpPr/>
      </dsp:nvSpPr>
      <dsp:spPr>
        <a:xfrm>
          <a:off x="496680" y="2457185"/>
          <a:ext cx="909998" cy="90999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95E356-CFDE-46BA-A3EE-B48C2E14B772}">
      <dsp:nvSpPr>
        <dsp:cNvPr id="0" name=""/>
        <dsp:cNvSpPr/>
      </dsp:nvSpPr>
      <dsp:spPr>
        <a:xfrm>
          <a:off x="534300" y="3640372"/>
          <a:ext cx="6423470" cy="72799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7849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500" kern="1200" dirty="0"/>
            <a:t>附錄</a:t>
          </a:r>
          <a:r>
            <a:rPr lang="en-US" altLang="zh-TW" sz="3500" kern="1200" dirty="0"/>
            <a:t>(</a:t>
          </a:r>
          <a:r>
            <a:rPr lang="zh-TW" altLang="en-US" sz="3500" kern="1200" dirty="0"/>
            <a:t>自行參考</a:t>
          </a:r>
          <a:r>
            <a:rPr lang="en-US" altLang="zh-TW" sz="3500" kern="1200" dirty="0"/>
            <a:t>)</a:t>
          </a:r>
          <a:endParaRPr lang="zh-TW" altLang="en-US" sz="3500" kern="1200" dirty="0"/>
        </a:p>
      </dsp:txBody>
      <dsp:txXfrm>
        <a:off x="534300" y="3640372"/>
        <a:ext cx="6423470" cy="727998"/>
      </dsp:txXfrm>
    </dsp:sp>
    <dsp:sp modelId="{475F261C-84CA-4C57-865A-FB8B1F62D485}">
      <dsp:nvSpPr>
        <dsp:cNvPr id="0" name=""/>
        <dsp:cNvSpPr/>
      </dsp:nvSpPr>
      <dsp:spPr>
        <a:xfrm>
          <a:off x="79301" y="3549373"/>
          <a:ext cx="909998" cy="90999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E7B0C1-B7E3-4729-B912-F2C9DB8A6DAB}">
      <dsp:nvSpPr>
        <dsp:cNvPr id="0" name=""/>
        <dsp:cNvSpPr/>
      </dsp:nvSpPr>
      <dsp:spPr>
        <a:xfrm>
          <a:off x="0" y="603885"/>
          <a:ext cx="12192000" cy="805179"/>
        </a:xfrm>
        <a:prstGeom prst="notched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CF47BC-BC32-4D3C-8609-151ABE8CBF0A}">
      <dsp:nvSpPr>
        <dsp:cNvPr id="0" name=""/>
        <dsp:cNvSpPr/>
      </dsp:nvSpPr>
      <dsp:spPr>
        <a:xfrm>
          <a:off x="5908" y="0"/>
          <a:ext cx="1722536" cy="805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b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000" kern="1200" dirty="0"/>
            <a:t>刷牙</a:t>
          </a:r>
          <a:r>
            <a:rPr lang="en-US" altLang="zh-TW" sz="2000" kern="1200" dirty="0"/>
            <a:t>3</a:t>
          </a:r>
          <a:r>
            <a:rPr lang="zh-TW" altLang="en-US" sz="2000" kern="1200" dirty="0"/>
            <a:t>分鐘</a:t>
          </a:r>
        </a:p>
      </dsp:txBody>
      <dsp:txXfrm>
        <a:off x="5908" y="0"/>
        <a:ext cx="1722536" cy="805179"/>
      </dsp:txXfrm>
    </dsp:sp>
    <dsp:sp modelId="{CB78E724-65D1-4ACC-A400-8AC3F056A338}">
      <dsp:nvSpPr>
        <dsp:cNvPr id="0" name=""/>
        <dsp:cNvSpPr/>
      </dsp:nvSpPr>
      <dsp:spPr>
        <a:xfrm>
          <a:off x="766529" y="905827"/>
          <a:ext cx="201294" cy="20129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523896-E8CF-40C5-A061-2981BED07C80}">
      <dsp:nvSpPr>
        <dsp:cNvPr id="0" name=""/>
        <dsp:cNvSpPr/>
      </dsp:nvSpPr>
      <dsp:spPr>
        <a:xfrm>
          <a:off x="1814571" y="1207770"/>
          <a:ext cx="1722536" cy="805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000" kern="1200" dirty="0"/>
            <a:t>洗臉</a:t>
          </a:r>
          <a:r>
            <a:rPr lang="en-US" altLang="zh-TW" sz="2000" kern="1200" dirty="0"/>
            <a:t>3</a:t>
          </a:r>
          <a:r>
            <a:rPr lang="zh-TW" altLang="en-US" sz="2000" kern="1200" dirty="0"/>
            <a:t>分鐘</a:t>
          </a:r>
        </a:p>
      </dsp:txBody>
      <dsp:txXfrm>
        <a:off x="1814571" y="1207770"/>
        <a:ext cx="1722536" cy="805179"/>
      </dsp:txXfrm>
    </dsp:sp>
    <dsp:sp modelId="{2C3E10C7-7A30-4415-9595-5025B10825E6}">
      <dsp:nvSpPr>
        <dsp:cNvPr id="0" name=""/>
        <dsp:cNvSpPr/>
      </dsp:nvSpPr>
      <dsp:spPr>
        <a:xfrm>
          <a:off x="2575192" y="905827"/>
          <a:ext cx="201294" cy="201294"/>
        </a:xfrm>
        <a:prstGeom prst="ellipse">
          <a:avLst/>
        </a:prstGeom>
        <a:solidFill>
          <a:schemeClr val="accent3">
            <a:hueOff val="542120"/>
            <a:satOff val="20000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0A453E-FA06-4CE7-9F27-CD6D2A552E32}">
      <dsp:nvSpPr>
        <dsp:cNvPr id="0" name=""/>
        <dsp:cNvSpPr/>
      </dsp:nvSpPr>
      <dsp:spPr>
        <a:xfrm>
          <a:off x="3623235" y="0"/>
          <a:ext cx="1722536" cy="805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b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000" kern="1200" dirty="0"/>
            <a:t>蒸蛋</a:t>
          </a:r>
          <a:r>
            <a:rPr lang="en-US" altLang="zh-TW" sz="2000" kern="1200" dirty="0"/>
            <a:t>10</a:t>
          </a:r>
          <a:r>
            <a:rPr lang="zh-TW" altLang="en-US" sz="2000" kern="1200" dirty="0"/>
            <a:t>分鐘</a:t>
          </a:r>
        </a:p>
      </dsp:txBody>
      <dsp:txXfrm>
        <a:off x="3623235" y="0"/>
        <a:ext cx="1722536" cy="805179"/>
      </dsp:txXfrm>
    </dsp:sp>
    <dsp:sp modelId="{093421C2-E803-4A46-ACA6-07AA41E6319E}">
      <dsp:nvSpPr>
        <dsp:cNvPr id="0" name=""/>
        <dsp:cNvSpPr/>
      </dsp:nvSpPr>
      <dsp:spPr>
        <a:xfrm>
          <a:off x="4383856" y="905827"/>
          <a:ext cx="201294" cy="201294"/>
        </a:xfrm>
        <a:prstGeom prst="ellipse">
          <a:avLst/>
        </a:prstGeom>
        <a:solidFill>
          <a:schemeClr val="accent3">
            <a:hueOff val="1084240"/>
            <a:satOff val="40000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30250B-8A9A-46EA-9EE6-CF72CFDC84D9}">
      <dsp:nvSpPr>
        <dsp:cNvPr id="0" name=""/>
        <dsp:cNvSpPr/>
      </dsp:nvSpPr>
      <dsp:spPr>
        <a:xfrm>
          <a:off x="5431898" y="1207770"/>
          <a:ext cx="1722536" cy="805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000" kern="1200" dirty="0"/>
            <a:t>煮咖啡</a:t>
          </a:r>
          <a:r>
            <a:rPr lang="en-US" altLang="zh-TW" sz="2000" kern="1200" dirty="0"/>
            <a:t>5</a:t>
          </a:r>
          <a:r>
            <a:rPr lang="zh-TW" altLang="en-US" sz="2000" kern="1200" dirty="0"/>
            <a:t>分鐘</a:t>
          </a:r>
        </a:p>
      </dsp:txBody>
      <dsp:txXfrm>
        <a:off x="5431898" y="1207770"/>
        <a:ext cx="1722536" cy="805179"/>
      </dsp:txXfrm>
    </dsp:sp>
    <dsp:sp modelId="{CFF7F68B-9D41-47E4-BC60-C75CEC06199C}">
      <dsp:nvSpPr>
        <dsp:cNvPr id="0" name=""/>
        <dsp:cNvSpPr/>
      </dsp:nvSpPr>
      <dsp:spPr>
        <a:xfrm>
          <a:off x="6192519" y="905827"/>
          <a:ext cx="201294" cy="201294"/>
        </a:xfrm>
        <a:prstGeom prst="ellipse">
          <a:avLst/>
        </a:prstGeom>
        <a:solidFill>
          <a:schemeClr val="accent3">
            <a:hueOff val="1626359"/>
            <a:satOff val="60000"/>
            <a:lumOff val="-8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7E29A9-D560-453D-BEB1-953193EB2A13}">
      <dsp:nvSpPr>
        <dsp:cNvPr id="0" name=""/>
        <dsp:cNvSpPr/>
      </dsp:nvSpPr>
      <dsp:spPr>
        <a:xfrm>
          <a:off x="7240562" y="0"/>
          <a:ext cx="1917665" cy="805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b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000" kern="1200"/>
            <a:t>烤土司</a:t>
          </a:r>
          <a:r>
            <a:rPr lang="en-US" altLang="zh-TW" sz="2000" kern="1200"/>
            <a:t>4</a:t>
          </a:r>
          <a:r>
            <a:rPr lang="zh-TW" altLang="en-US" sz="2000" kern="1200"/>
            <a:t>分鐘</a:t>
          </a:r>
          <a:endParaRPr lang="zh-TW" altLang="en-US" sz="2000" kern="1200" dirty="0"/>
        </a:p>
      </dsp:txBody>
      <dsp:txXfrm>
        <a:off x="7240562" y="0"/>
        <a:ext cx="1917665" cy="805179"/>
      </dsp:txXfrm>
    </dsp:sp>
    <dsp:sp modelId="{C3E5B775-36E0-4C7B-8A0F-54F56594C491}">
      <dsp:nvSpPr>
        <dsp:cNvPr id="0" name=""/>
        <dsp:cNvSpPr/>
      </dsp:nvSpPr>
      <dsp:spPr>
        <a:xfrm>
          <a:off x="8098747" y="905827"/>
          <a:ext cx="201294" cy="201294"/>
        </a:xfrm>
        <a:prstGeom prst="ellipse">
          <a:avLst/>
        </a:prstGeom>
        <a:solidFill>
          <a:schemeClr val="accent3">
            <a:hueOff val="2168479"/>
            <a:satOff val="80000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72B87A-A809-4298-B143-686329CE307A}">
      <dsp:nvSpPr>
        <dsp:cNvPr id="0" name=""/>
        <dsp:cNvSpPr/>
      </dsp:nvSpPr>
      <dsp:spPr>
        <a:xfrm>
          <a:off x="9244355" y="1207770"/>
          <a:ext cx="1722536" cy="805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000" kern="1200" dirty="0"/>
            <a:t>吃早餐</a:t>
          </a:r>
        </a:p>
      </dsp:txBody>
      <dsp:txXfrm>
        <a:off x="9244355" y="1207770"/>
        <a:ext cx="1722536" cy="805179"/>
      </dsp:txXfrm>
    </dsp:sp>
    <dsp:sp modelId="{7E65D24D-D575-411B-A164-6A495E59DC39}">
      <dsp:nvSpPr>
        <dsp:cNvPr id="0" name=""/>
        <dsp:cNvSpPr/>
      </dsp:nvSpPr>
      <dsp:spPr>
        <a:xfrm>
          <a:off x="10004975" y="905827"/>
          <a:ext cx="201294" cy="201294"/>
        </a:xfrm>
        <a:prstGeom prst="ellipse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E7B0C1-B7E3-4729-B912-F2C9DB8A6DAB}">
      <dsp:nvSpPr>
        <dsp:cNvPr id="0" name=""/>
        <dsp:cNvSpPr/>
      </dsp:nvSpPr>
      <dsp:spPr>
        <a:xfrm>
          <a:off x="0" y="581296"/>
          <a:ext cx="10980784" cy="775062"/>
        </a:xfrm>
        <a:prstGeom prst="notched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CF47BC-BC32-4D3C-8609-151ABE8CBF0A}">
      <dsp:nvSpPr>
        <dsp:cNvPr id="0" name=""/>
        <dsp:cNvSpPr/>
      </dsp:nvSpPr>
      <dsp:spPr>
        <a:xfrm>
          <a:off x="4825" y="0"/>
          <a:ext cx="3184856" cy="775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b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000" kern="1200" dirty="0"/>
            <a:t>刷牙</a:t>
          </a:r>
          <a:r>
            <a:rPr lang="en-US" altLang="zh-TW" sz="2000" kern="1200" dirty="0"/>
            <a:t>3</a:t>
          </a:r>
          <a:r>
            <a:rPr lang="zh-TW" altLang="en-US" sz="2000" kern="1200" dirty="0"/>
            <a:t>分鐘</a:t>
          </a:r>
        </a:p>
      </dsp:txBody>
      <dsp:txXfrm>
        <a:off x="4825" y="0"/>
        <a:ext cx="3184856" cy="775062"/>
      </dsp:txXfrm>
    </dsp:sp>
    <dsp:sp modelId="{CB78E724-65D1-4ACC-A400-8AC3F056A338}">
      <dsp:nvSpPr>
        <dsp:cNvPr id="0" name=""/>
        <dsp:cNvSpPr/>
      </dsp:nvSpPr>
      <dsp:spPr>
        <a:xfrm>
          <a:off x="1500370" y="871945"/>
          <a:ext cx="193765" cy="19376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523896-E8CF-40C5-A061-2981BED07C80}">
      <dsp:nvSpPr>
        <dsp:cNvPr id="0" name=""/>
        <dsp:cNvSpPr/>
      </dsp:nvSpPr>
      <dsp:spPr>
        <a:xfrm>
          <a:off x="3348924" y="1162593"/>
          <a:ext cx="3184856" cy="775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000" kern="1200" dirty="0"/>
            <a:t>洗臉</a:t>
          </a:r>
          <a:r>
            <a:rPr lang="en-US" altLang="zh-TW" sz="2000" kern="1200" dirty="0"/>
            <a:t>3</a:t>
          </a:r>
          <a:r>
            <a:rPr lang="zh-TW" altLang="en-US" sz="2000" kern="1200" dirty="0"/>
            <a:t>分鐘</a:t>
          </a:r>
        </a:p>
      </dsp:txBody>
      <dsp:txXfrm>
        <a:off x="3348924" y="1162593"/>
        <a:ext cx="3184856" cy="775062"/>
      </dsp:txXfrm>
    </dsp:sp>
    <dsp:sp modelId="{2C3E10C7-7A30-4415-9595-5025B10825E6}">
      <dsp:nvSpPr>
        <dsp:cNvPr id="0" name=""/>
        <dsp:cNvSpPr/>
      </dsp:nvSpPr>
      <dsp:spPr>
        <a:xfrm>
          <a:off x="4844470" y="871945"/>
          <a:ext cx="193765" cy="193765"/>
        </a:xfrm>
        <a:prstGeom prst="ellipse">
          <a:avLst/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D64C6E-75B5-4CA3-BD02-4A34B1D8CE26}">
      <dsp:nvSpPr>
        <dsp:cNvPr id="0" name=""/>
        <dsp:cNvSpPr/>
      </dsp:nvSpPr>
      <dsp:spPr>
        <a:xfrm>
          <a:off x="6693023" y="0"/>
          <a:ext cx="3184856" cy="775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b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000" kern="1200" dirty="0"/>
            <a:t>吃早餐</a:t>
          </a:r>
        </a:p>
      </dsp:txBody>
      <dsp:txXfrm>
        <a:off x="6693023" y="0"/>
        <a:ext cx="3184856" cy="775062"/>
      </dsp:txXfrm>
    </dsp:sp>
    <dsp:sp modelId="{7C572DFC-FC53-4869-BEAC-11FF9E9EE061}">
      <dsp:nvSpPr>
        <dsp:cNvPr id="0" name=""/>
        <dsp:cNvSpPr/>
      </dsp:nvSpPr>
      <dsp:spPr>
        <a:xfrm>
          <a:off x="8188569" y="871945"/>
          <a:ext cx="193765" cy="193765"/>
        </a:xfrm>
        <a:prstGeom prst="ellipse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E7B0C1-B7E3-4729-B912-F2C9DB8A6DAB}">
      <dsp:nvSpPr>
        <dsp:cNvPr id="0" name=""/>
        <dsp:cNvSpPr/>
      </dsp:nvSpPr>
      <dsp:spPr>
        <a:xfrm>
          <a:off x="0" y="531099"/>
          <a:ext cx="3604624" cy="708132"/>
        </a:xfrm>
        <a:prstGeom prst="notchedRightArrow">
          <a:avLst/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CF47BC-BC32-4D3C-8609-151ABE8CBF0A}">
      <dsp:nvSpPr>
        <dsp:cNvPr id="0" name=""/>
        <dsp:cNvSpPr/>
      </dsp:nvSpPr>
      <dsp:spPr>
        <a:xfrm>
          <a:off x="1418" y="0"/>
          <a:ext cx="3241323" cy="708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b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000" kern="1200" dirty="0"/>
            <a:t>烤土司</a:t>
          </a:r>
          <a:r>
            <a:rPr lang="en-US" altLang="zh-TW" sz="2000" kern="1200" dirty="0"/>
            <a:t>4</a:t>
          </a:r>
          <a:r>
            <a:rPr lang="zh-TW" altLang="en-US" sz="2000" kern="1200" dirty="0"/>
            <a:t>分鐘</a:t>
          </a:r>
        </a:p>
      </dsp:txBody>
      <dsp:txXfrm>
        <a:off x="1418" y="0"/>
        <a:ext cx="3241323" cy="708132"/>
      </dsp:txXfrm>
    </dsp:sp>
    <dsp:sp modelId="{CB78E724-65D1-4ACC-A400-8AC3F056A338}">
      <dsp:nvSpPr>
        <dsp:cNvPr id="0" name=""/>
        <dsp:cNvSpPr/>
      </dsp:nvSpPr>
      <dsp:spPr>
        <a:xfrm>
          <a:off x="1533564" y="796648"/>
          <a:ext cx="177033" cy="17703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E7B0C1-B7E3-4729-B912-F2C9DB8A6DAB}">
      <dsp:nvSpPr>
        <dsp:cNvPr id="0" name=""/>
        <dsp:cNvSpPr/>
      </dsp:nvSpPr>
      <dsp:spPr>
        <a:xfrm>
          <a:off x="0" y="531099"/>
          <a:ext cx="4484496" cy="708132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CF47BC-BC32-4D3C-8609-151ABE8CBF0A}">
      <dsp:nvSpPr>
        <dsp:cNvPr id="0" name=""/>
        <dsp:cNvSpPr/>
      </dsp:nvSpPr>
      <dsp:spPr>
        <a:xfrm>
          <a:off x="0" y="0"/>
          <a:ext cx="4036046" cy="708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b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000" kern="1200" dirty="0"/>
            <a:t>煮咖啡</a:t>
          </a:r>
          <a:r>
            <a:rPr lang="en-US" altLang="zh-TW" sz="2000" kern="1200" dirty="0"/>
            <a:t>5</a:t>
          </a:r>
          <a:r>
            <a:rPr lang="zh-TW" altLang="en-US" sz="2000" kern="1200" dirty="0"/>
            <a:t>分鐘</a:t>
          </a:r>
        </a:p>
      </dsp:txBody>
      <dsp:txXfrm>
        <a:off x="0" y="0"/>
        <a:ext cx="4036046" cy="708132"/>
      </dsp:txXfrm>
    </dsp:sp>
    <dsp:sp modelId="{CB78E724-65D1-4ACC-A400-8AC3F056A338}">
      <dsp:nvSpPr>
        <dsp:cNvPr id="0" name=""/>
        <dsp:cNvSpPr/>
      </dsp:nvSpPr>
      <dsp:spPr>
        <a:xfrm>
          <a:off x="1929506" y="796648"/>
          <a:ext cx="177033" cy="17703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E7B0C1-B7E3-4729-B912-F2C9DB8A6DAB}">
      <dsp:nvSpPr>
        <dsp:cNvPr id="0" name=""/>
        <dsp:cNvSpPr/>
      </dsp:nvSpPr>
      <dsp:spPr>
        <a:xfrm>
          <a:off x="0" y="531099"/>
          <a:ext cx="8054704" cy="708132"/>
        </a:xfrm>
        <a:prstGeom prst="notched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CF47BC-BC32-4D3C-8609-151ABE8CBF0A}">
      <dsp:nvSpPr>
        <dsp:cNvPr id="0" name=""/>
        <dsp:cNvSpPr/>
      </dsp:nvSpPr>
      <dsp:spPr>
        <a:xfrm>
          <a:off x="0" y="0"/>
          <a:ext cx="7249233" cy="708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b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000" kern="1200" dirty="0"/>
            <a:t>蒸蛋</a:t>
          </a:r>
          <a:r>
            <a:rPr lang="en-US" altLang="zh-TW" sz="2000" kern="1200" dirty="0"/>
            <a:t>10</a:t>
          </a:r>
          <a:r>
            <a:rPr lang="zh-TW" altLang="en-US" sz="2000" kern="1200" dirty="0"/>
            <a:t>分鐘</a:t>
          </a:r>
        </a:p>
      </dsp:txBody>
      <dsp:txXfrm>
        <a:off x="0" y="0"/>
        <a:ext cx="7249233" cy="708132"/>
      </dsp:txXfrm>
    </dsp:sp>
    <dsp:sp modelId="{CB78E724-65D1-4ACC-A400-8AC3F056A338}">
      <dsp:nvSpPr>
        <dsp:cNvPr id="0" name=""/>
        <dsp:cNvSpPr/>
      </dsp:nvSpPr>
      <dsp:spPr>
        <a:xfrm>
          <a:off x="3536100" y="796648"/>
          <a:ext cx="177033" cy="17703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0C2401-58E0-41CD-B8DB-FBB1745EA531}">
      <dsp:nvSpPr>
        <dsp:cNvPr id="0" name=""/>
        <dsp:cNvSpPr/>
      </dsp:nvSpPr>
      <dsp:spPr>
        <a:xfrm>
          <a:off x="4048" y="1237833"/>
          <a:ext cx="2071055" cy="10355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900" kern="1200" dirty="0"/>
            <a:t>Fetch</a:t>
          </a:r>
          <a:endParaRPr lang="zh-TW" altLang="en-US" sz="3900" kern="1200" dirty="0"/>
        </a:p>
      </dsp:txBody>
      <dsp:txXfrm>
        <a:off x="34378" y="1268163"/>
        <a:ext cx="2010395" cy="974867"/>
      </dsp:txXfrm>
    </dsp:sp>
    <dsp:sp modelId="{943675DD-B309-4CF2-A70D-308520E5241B}">
      <dsp:nvSpPr>
        <dsp:cNvPr id="0" name=""/>
        <dsp:cNvSpPr/>
      </dsp:nvSpPr>
      <dsp:spPr>
        <a:xfrm rot="19457599">
          <a:off x="1979212" y="1431339"/>
          <a:ext cx="1020205" cy="53085"/>
        </a:xfrm>
        <a:custGeom>
          <a:avLst/>
          <a:gdLst/>
          <a:ahLst/>
          <a:cxnLst/>
          <a:rect l="0" t="0" r="0" b="0"/>
          <a:pathLst>
            <a:path>
              <a:moveTo>
                <a:pt x="0" y="26542"/>
              </a:moveTo>
              <a:lnTo>
                <a:pt x="1020205" y="26542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2463810" y="1432377"/>
        <a:ext cx="51010" cy="51010"/>
      </dsp:txXfrm>
    </dsp:sp>
    <dsp:sp modelId="{981C4028-C2C2-4A3E-8EDC-5137D5CCF2AD}">
      <dsp:nvSpPr>
        <dsp:cNvPr id="0" name=""/>
        <dsp:cNvSpPr/>
      </dsp:nvSpPr>
      <dsp:spPr>
        <a:xfrm>
          <a:off x="2903526" y="642404"/>
          <a:ext cx="2071055" cy="103552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900" kern="1200" dirty="0"/>
            <a:t>Request</a:t>
          </a:r>
          <a:endParaRPr lang="zh-TW" altLang="en-US" sz="3900" kern="1200" dirty="0"/>
        </a:p>
      </dsp:txBody>
      <dsp:txXfrm>
        <a:off x="2933856" y="672734"/>
        <a:ext cx="2010395" cy="974867"/>
      </dsp:txXfrm>
    </dsp:sp>
    <dsp:sp modelId="{561D1D7B-57DA-4544-805B-AD23C470B5DD}">
      <dsp:nvSpPr>
        <dsp:cNvPr id="0" name=""/>
        <dsp:cNvSpPr/>
      </dsp:nvSpPr>
      <dsp:spPr>
        <a:xfrm rot="2142401">
          <a:off x="1979212" y="2026768"/>
          <a:ext cx="1020205" cy="53085"/>
        </a:xfrm>
        <a:custGeom>
          <a:avLst/>
          <a:gdLst/>
          <a:ahLst/>
          <a:cxnLst/>
          <a:rect l="0" t="0" r="0" b="0"/>
          <a:pathLst>
            <a:path>
              <a:moveTo>
                <a:pt x="0" y="26542"/>
              </a:moveTo>
              <a:lnTo>
                <a:pt x="1020205" y="26542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2463810" y="2027806"/>
        <a:ext cx="51010" cy="51010"/>
      </dsp:txXfrm>
    </dsp:sp>
    <dsp:sp modelId="{07B14C7D-9308-4D8E-A6B6-3FF425FB4882}">
      <dsp:nvSpPr>
        <dsp:cNvPr id="0" name=""/>
        <dsp:cNvSpPr/>
      </dsp:nvSpPr>
      <dsp:spPr>
        <a:xfrm>
          <a:off x="2903526" y="1833261"/>
          <a:ext cx="2071055" cy="103552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900" kern="1200" dirty="0"/>
            <a:t>Response</a:t>
          </a:r>
          <a:endParaRPr lang="zh-TW" altLang="en-US" sz="3900" kern="1200" dirty="0"/>
        </a:p>
      </dsp:txBody>
      <dsp:txXfrm>
        <a:off x="2933856" y="1863591"/>
        <a:ext cx="2010395" cy="9748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timeline" pri="103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timeline" pri="103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timeline" pri="103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timeline" pri="103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timeline" pri="103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C7B3D7-F0BE-48E2-984E-24CEFE893BBB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9F36E8-0DBB-4F1C-A63C-FE5566553F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78682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D80AE2-50AD-4110-A5B7-26A67AB539A3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BA7EC4-B3C9-46E5-8F27-7260F6FAAE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5762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A7EC4-B3C9-46E5-8F27-7260F6FAAE6D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05017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BA7EC4-B3C9-46E5-8F27-7260F6FAAE6D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9254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lvl="0" indent="-228600">
              <a:buFont typeface="+mj-lt"/>
              <a:buAutoNum type="arabicPeriod"/>
            </a:pPr>
            <a:r>
              <a:rPr lang="zh-TW" altLang="zh-TW" dirty="0"/>
              <a:t>使用者填寫註冊表單，按下「送出」後，希望看到一個全新的「註冊成功」頁面。</a:t>
            </a:r>
          </a:p>
          <a:p>
            <a:pPr marL="228600" lvl="0" indent="-228600">
              <a:buFont typeface="+mj-lt"/>
              <a:buAutoNum type="arabicPeriod"/>
            </a:pPr>
            <a:r>
              <a:rPr lang="zh-TW" altLang="zh-TW" dirty="0"/>
              <a:t>使用者在會員清單頁面點擊「刪除」按鈕，希望清單能立刻少一筆，但畫面其他地方都不要變動。</a:t>
            </a:r>
          </a:p>
          <a:p>
            <a:pPr marL="228600" lvl="0" indent="-228600">
              <a:buFont typeface="+mj-lt"/>
              <a:buAutoNum type="arabicPeriod"/>
            </a:pPr>
            <a:r>
              <a:rPr lang="zh-TW" altLang="zh-TW" dirty="0"/>
              <a:t>使用者上傳一張景點照片，AI 辨識大約要等 5～8 秒，你希望使用者能看到文字像打字機一樣逐漸浮現，而不是空白畫面乾等。</a:t>
            </a:r>
          </a:p>
          <a:p>
            <a:pPr marL="228600" lvl="0" indent="-228600">
              <a:buFont typeface="+mj-lt"/>
              <a:buAutoNum type="arabicPeriod"/>
            </a:pPr>
            <a:r>
              <a:rPr lang="zh-TW" altLang="zh-TW" dirty="0"/>
              <a:t>兩個人同時在同一份線上文件打字，甲打的字要幾乎即時出現在乙的畫面上，反之亦然。</a:t>
            </a:r>
          </a:p>
          <a:p>
            <a:pPr marL="228600" lvl="0" indent="-228600">
              <a:buFont typeface="+mj-lt"/>
              <a:buAutoNum type="arabicPeriod"/>
            </a:pPr>
            <a:r>
              <a:rPr lang="zh-TW" altLang="zh-TW" dirty="0"/>
              <a:t>使用者選擇「台北市」後，下拉選單要自動帶出台北市底下的行政區清單，不需要整頁重新整理。</a:t>
            </a:r>
          </a:p>
          <a:p>
            <a:pPr marL="228600" lvl="0" indent="-228600">
              <a:buFont typeface="+mj-lt"/>
              <a:buAutoNum type="arabicPeriod"/>
            </a:pPr>
            <a:r>
              <a:rPr lang="zh-TW" altLang="zh-TW" dirty="0"/>
              <a:t>電商後台顯示今天的營收儀表板，管理者手動按下「重新整理」按鈕才需要看到最新數字。</a:t>
            </a:r>
          </a:p>
          <a:p>
            <a:pPr marL="228600" lvl="0" indent="-228600">
              <a:buFont typeface="+mj-lt"/>
              <a:buAutoNum type="arabicPeriod"/>
            </a:pPr>
            <a:r>
              <a:rPr lang="zh-TW" altLang="zh-TW" dirty="0"/>
              <a:t>客服即時聊天室，客人打字送出後，客服要立刻收到；客服回覆時，客人也要立刻看到，且雙方都能隨時主動發話。</a:t>
            </a:r>
          </a:p>
          <a:p>
            <a:pPr marL="228600" lvl="0" indent="-228600">
              <a:buFont typeface="+mj-lt"/>
              <a:buAutoNum type="arabicPeriod"/>
            </a:pPr>
            <a:r>
              <a:rPr lang="zh-TW" altLang="zh-TW" dirty="0"/>
              <a:t>使用者按下「開始生成 AI 文章」，內容一段一段被寫出來，同時使用者要能在生成到一半時按下「停止」，讓伺服器立刻中斷、不再繼續產生內容。</a:t>
            </a:r>
          </a:p>
          <a:p>
            <a:pPr marL="228600" lvl="0" indent="-228600">
              <a:buFont typeface="+mj-lt"/>
              <a:buAutoNum type="arabicPeriod"/>
            </a:pPr>
            <a:r>
              <a:rPr lang="zh-TW" altLang="zh-TW" dirty="0"/>
              <a:t>使用者瀏覽部落格文章列表頁，這是第一次進入網站，需要看到完整的 HTML（含 SEO meta 資訊）。</a:t>
            </a:r>
          </a:p>
          <a:p>
            <a:pPr marL="228600" lvl="0" indent="-228600">
              <a:buFont typeface="+mj-lt"/>
              <a:buAutoNum type="arabicPeriod"/>
            </a:pPr>
            <a:r>
              <a:rPr lang="zh-TW" altLang="zh-TW" dirty="0"/>
              <a:t>股票看盤頁面，價格每秒可能變動，畫面要自動更新最新報價，但使用者不需要對伺服器送出任何互動（只是被動接收）。</a:t>
            </a:r>
          </a:p>
          <a:p>
            <a:pPr marL="228600" lvl="0" indent="-228600">
              <a:buFont typeface="+mj-lt"/>
              <a:buAutoNum type="arabicPeriod"/>
            </a:pPr>
            <a:r>
              <a:rPr lang="zh-TW" altLang="zh-TW" dirty="0"/>
              <a:t>使用者填完訂單資料按「送出」，希望不要整頁刷新，但要用一個彈跳視窗顯示「訂單成立」的結果，接著頁面上的購物車數字要跟著減少。</a:t>
            </a:r>
          </a:p>
          <a:p>
            <a:pPr marL="228600" lvl="0" indent="-228600">
              <a:buFont typeface="+mj-lt"/>
              <a:buAutoNum type="arabicPeriod"/>
            </a:pPr>
            <a:r>
              <a:rPr lang="zh-TW" altLang="zh-TW" dirty="0"/>
              <a:t>多人連線的線上遊戲，玩家的移動、攻擊動作要讓所有其他玩家幾乎同時看到，且伺服器也要能隨時推播「怪物出現了」這種事件給所有人。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A7EC4-B3C9-46E5-8F27-7260F6FAAE6D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31244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6B211-936D-BE8B-F91D-DF072018D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4861C0A-9FA0-AB61-58C5-82A849B6E8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5FEF4DA-F4DC-E814-86FC-72C3636768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6E2F05A-F868-C27B-F8D8-321D464037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A7EC4-B3C9-46E5-8F27-7260F6FAAE6D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14960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setTimeout(function () {</a:t>
            </a:r>
          </a:p>
          <a:p>
            <a:r>
              <a:rPr lang="zh-TW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zh-TW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console.log('蛋');</a:t>
            </a:r>
          </a:p>
          <a:p>
            <a:r>
              <a:rPr lang="zh-TW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}, 1000);</a:t>
            </a:r>
          </a:p>
          <a:p>
            <a:r>
              <a:rPr lang="zh-TW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setTimeout(function () {</a:t>
            </a:r>
          </a:p>
          <a:p>
            <a:r>
              <a:rPr lang="zh-TW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zh-TW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console.log('咖啡');</a:t>
            </a:r>
          </a:p>
          <a:p>
            <a:r>
              <a:rPr lang="zh-TW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}, 1000);</a:t>
            </a:r>
          </a:p>
          <a:p>
            <a:r>
              <a:rPr lang="zh-TW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setTimeout(function () {</a:t>
            </a:r>
          </a:p>
          <a:p>
            <a:r>
              <a:rPr lang="zh-TW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console.log('土司');</a:t>
            </a:r>
          </a:p>
          <a:p>
            <a:r>
              <a:rPr lang="zh-TW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}, 1000);</a:t>
            </a:r>
          </a:p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A7EC4-B3C9-46E5-8F27-7260F6FAAE6D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54938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zh-TW" sz="1200" dirty="0" err="1">
                <a:latin typeface="Arial" panose="020B0604020202020204" pitchFamily="34" charset="0"/>
              </a:rPr>
              <a:t>setTimeout</a:t>
            </a:r>
            <a:r>
              <a:rPr lang="en-US" altLang="zh-TW" sz="1200" dirty="0">
                <a:latin typeface="Arial" panose="020B0604020202020204" pitchFamily="34" charset="0"/>
              </a:rPr>
              <a:t>(function () 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1200" dirty="0">
                <a:latin typeface="Arial" panose="020B0604020202020204" pitchFamily="34" charset="0"/>
              </a:rPr>
              <a:t>    console.log('</a:t>
            </a:r>
            <a:r>
              <a:rPr lang="zh-TW" altLang="en-US" sz="1200" dirty="0">
                <a:latin typeface="Arial" panose="020B0604020202020204" pitchFamily="34" charset="0"/>
              </a:rPr>
              <a:t>蛋</a:t>
            </a:r>
            <a:r>
              <a:rPr lang="en-US" altLang="zh-TW" sz="1200" dirty="0">
                <a:latin typeface="Arial" panose="020B0604020202020204" pitchFamily="34" charset="0"/>
              </a:rPr>
              <a:t>');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1200" dirty="0">
                <a:latin typeface="Arial" panose="020B0604020202020204" pitchFamily="34" charset="0"/>
              </a:rPr>
              <a:t>}, 3000);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1200" dirty="0" err="1">
                <a:latin typeface="Arial" panose="020B0604020202020204" pitchFamily="34" charset="0"/>
              </a:rPr>
              <a:t>setTimeout</a:t>
            </a:r>
            <a:r>
              <a:rPr lang="en-US" altLang="zh-TW" sz="1200" dirty="0">
                <a:latin typeface="Arial" panose="020B0604020202020204" pitchFamily="34" charset="0"/>
              </a:rPr>
              <a:t>(function () 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1200" dirty="0">
                <a:latin typeface="Arial" panose="020B0604020202020204" pitchFamily="34" charset="0"/>
              </a:rPr>
              <a:t>    console.log('</a:t>
            </a:r>
            <a:r>
              <a:rPr lang="zh-TW" altLang="en-US" sz="1200" dirty="0">
                <a:latin typeface="Arial" panose="020B0604020202020204" pitchFamily="34" charset="0"/>
              </a:rPr>
              <a:t>咖啡</a:t>
            </a:r>
            <a:r>
              <a:rPr lang="en-US" altLang="zh-TW" sz="1200" dirty="0">
                <a:latin typeface="Arial" panose="020B0604020202020204" pitchFamily="34" charset="0"/>
              </a:rPr>
              <a:t>');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1200" dirty="0">
                <a:latin typeface="Arial" panose="020B0604020202020204" pitchFamily="34" charset="0"/>
              </a:rPr>
              <a:t>}, 2000);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1200" dirty="0" err="1">
                <a:latin typeface="Arial" panose="020B0604020202020204" pitchFamily="34" charset="0"/>
              </a:rPr>
              <a:t>setTimeout</a:t>
            </a:r>
            <a:r>
              <a:rPr lang="en-US" altLang="zh-TW" sz="1200" dirty="0">
                <a:latin typeface="Arial" panose="020B0604020202020204" pitchFamily="34" charset="0"/>
              </a:rPr>
              <a:t>(function () 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1200" dirty="0">
                <a:latin typeface="Arial" panose="020B0604020202020204" pitchFamily="34" charset="0"/>
              </a:rPr>
              <a:t>    console.log('</a:t>
            </a:r>
            <a:r>
              <a:rPr lang="zh-TW" altLang="en-US" sz="1200" dirty="0">
                <a:latin typeface="Arial" panose="020B0604020202020204" pitchFamily="34" charset="0"/>
              </a:rPr>
              <a:t>土司</a:t>
            </a:r>
            <a:r>
              <a:rPr lang="en-US" altLang="zh-TW" sz="1200" dirty="0">
                <a:latin typeface="Arial" panose="020B0604020202020204" pitchFamily="34" charset="0"/>
              </a:rPr>
              <a:t>');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1200" dirty="0">
                <a:latin typeface="Arial" panose="020B0604020202020204" pitchFamily="34" charset="0"/>
              </a:rPr>
              <a:t>}, 1000);</a:t>
            </a:r>
          </a:p>
          <a:p>
            <a:pPr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A7EC4-B3C9-46E5-8F27-7260F6FAAE6D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5855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ts val="1800"/>
              </a:lnSpc>
              <a:buNone/>
            </a:pPr>
            <a:r>
              <a:rPr lang="en-US" altLang="zh-TW" sz="1200" dirty="0" err="1">
                <a:solidFill>
                  <a:srgbClr val="EDEA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setTimeout</a:t>
            </a:r>
            <a:r>
              <a:rPr lang="en-US" altLang="zh-TW" sz="1200" dirty="0">
                <a:solidFill>
                  <a:srgbClr val="EDEA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(function () {</a:t>
            </a:r>
            <a:endParaRPr lang="en-US" altLang="zh-TW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altLang="zh-TW" sz="1200" dirty="0">
                <a:solidFill>
                  <a:srgbClr val="EDEA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console.log('蛋');</a:t>
            </a:r>
            <a:endParaRPr lang="en-US" altLang="zh-TW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altLang="zh-TW" sz="1200" dirty="0">
                <a:solidFill>
                  <a:srgbClr val="EDEA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altLang="zh-TW" sz="1200" dirty="0" err="1">
                <a:solidFill>
                  <a:srgbClr val="EDEA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setTimeout</a:t>
            </a:r>
            <a:r>
              <a:rPr lang="en-US" altLang="zh-TW" sz="1200" dirty="0">
                <a:solidFill>
                  <a:srgbClr val="EDEA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(function () {</a:t>
            </a:r>
            <a:endParaRPr lang="en-US" altLang="zh-TW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altLang="zh-TW" sz="1200" dirty="0">
                <a:solidFill>
                  <a:srgbClr val="EDEA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console.log('</a:t>
            </a:r>
            <a:r>
              <a:rPr lang="en-US" altLang="zh-TW" sz="1200" dirty="0" err="1">
                <a:solidFill>
                  <a:srgbClr val="EDEA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咖啡</a:t>
            </a:r>
            <a:r>
              <a:rPr lang="en-US" altLang="zh-TW" sz="1200" dirty="0">
                <a:solidFill>
                  <a:srgbClr val="EDEA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');</a:t>
            </a:r>
            <a:endParaRPr lang="en-US" altLang="zh-TW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altLang="zh-TW" sz="1200" dirty="0">
                <a:solidFill>
                  <a:srgbClr val="EDEA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altLang="zh-TW" sz="1200" dirty="0" err="1">
                <a:solidFill>
                  <a:srgbClr val="EDEA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setTimeout</a:t>
            </a:r>
            <a:r>
              <a:rPr lang="en-US" altLang="zh-TW" sz="1200" dirty="0">
                <a:solidFill>
                  <a:srgbClr val="EDEA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(function () {</a:t>
            </a:r>
            <a:endParaRPr lang="en-US" altLang="zh-TW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altLang="zh-TW" sz="1200" dirty="0">
                <a:solidFill>
                  <a:srgbClr val="EDEA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console.log('</a:t>
            </a:r>
            <a:r>
              <a:rPr lang="en-US" altLang="zh-TW" sz="1200" dirty="0" err="1">
                <a:solidFill>
                  <a:srgbClr val="EDEA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土司</a:t>
            </a:r>
            <a:r>
              <a:rPr lang="en-US" altLang="zh-TW" sz="1200" dirty="0">
                <a:solidFill>
                  <a:srgbClr val="EDEA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');</a:t>
            </a:r>
            <a:endParaRPr lang="en-US" altLang="zh-TW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altLang="zh-TW" sz="1200" dirty="0">
                <a:solidFill>
                  <a:srgbClr val="EDEA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 1000);</a:t>
            </a:r>
            <a:endParaRPr lang="en-US" altLang="zh-TW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altLang="zh-TW" sz="1200" dirty="0">
                <a:solidFill>
                  <a:srgbClr val="EDEA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1000);</a:t>
            </a:r>
            <a:endParaRPr lang="en-US" altLang="zh-TW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altLang="zh-TW" sz="1200" dirty="0">
                <a:solidFill>
                  <a:srgbClr val="EDEA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1000);</a:t>
            </a:r>
            <a:endParaRPr lang="en-US" altLang="zh-TW" sz="1200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A7EC4-B3C9-46E5-8F27-7260F6FAAE6D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37670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zh-TW" sz="1800" dirty="0">
                <a:latin typeface="Arial" panose="020B0604020202020204" pitchFamily="34" charset="0"/>
              </a:rPr>
              <a:t>function </a:t>
            </a:r>
            <a:r>
              <a:rPr lang="en-US" altLang="zh-TW" sz="1800" dirty="0" err="1">
                <a:latin typeface="Arial" panose="020B0604020202020204" pitchFamily="34" charset="0"/>
              </a:rPr>
              <a:t>printSomething</a:t>
            </a:r>
            <a:r>
              <a:rPr lang="en-US" altLang="zh-TW" sz="1800" dirty="0">
                <a:latin typeface="Arial" panose="020B0604020202020204" pitchFamily="34" charset="0"/>
              </a:rPr>
              <a:t>(data) {             </a:t>
            </a:r>
          </a:p>
          <a:p>
            <a:pPr>
              <a:buFont typeface="Arial" panose="020B0604020202020204" pitchFamily="34" charset="0"/>
              <a:buNone/>
            </a:pPr>
            <a:r>
              <a:rPr lang="zh-TW" altLang="en-US" sz="1800" dirty="0">
                <a:latin typeface="Arial" panose="020B0604020202020204" pitchFamily="34" charset="0"/>
              </a:rPr>
              <a:t>    </a:t>
            </a:r>
            <a:r>
              <a:rPr lang="en-US" altLang="zh-TW" sz="1800" dirty="0">
                <a:latin typeface="Arial" panose="020B0604020202020204" pitchFamily="34" charset="0"/>
              </a:rPr>
              <a:t>const promise = new Promise(function (resolve, reject) {</a:t>
            </a:r>
          </a:p>
          <a:p>
            <a:pPr>
              <a:buFont typeface="Arial" panose="020B0604020202020204" pitchFamily="34" charset="0"/>
              <a:buNone/>
            </a:pPr>
            <a:r>
              <a:rPr lang="zh-TW" altLang="en-US" sz="1800" dirty="0">
                <a:latin typeface="Arial" panose="020B0604020202020204" pitchFamily="34" charset="0"/>
              </a:rPr>
              <a:t>        </a:t>
            </a:r>
            <a:r>
              <a:rPr lang="en-US" altLang="zh-TW" sz="1800" dirty="0" err="1">
                <a:latin typeface="Arial" panose="020B0604020202020204" pitchFamily="34" charset="0"/>
              </a:rPr>
              <a:t>setTimeout</a:t>
            </a:r>
            <a:r>
              <a:rPr lang="en-US" altLang="zh-TW" sz="1800" dirty="0">
                <a:latin typeface="Arial" panose="020B0604020202020204" pitchFamily="34" charset="0"/>
              </a:rPr>
              <a:t>(function () {                    </a:t>
            </a:r>
          </a:p>
          <a:p>
            <a:pPr>
              <a:buFont typeface="Arial" panose="020B0604020202020204" pitchFamily="34" charset="0"/>
              <a:buNone/>
            </a:pPr>
            <a:r>
              <a:rPr lang="zh-TW" altLang="en-US" sz="1800" dirty="0">
                <a:latin typeface="Arial" panose="020B0604020202020204" pitchFamily="34" charset="0"/>
              </a:rPr>
              <a:t>            </a:t>
            </a:r>
            <a:r>
              <a:rPr lang="en-US" altLang="zh-TW" sz="1800" dirty="0">
                <a:latin typeface="Arial" panose="020B0604020202020204" pitchFamily="34" charset="0"/>
              </a:rPr>
              <a:t>resolve(data)</a:t>
            </a:r>
          </a:p>
          <a:p>
            <a:pPr>
              <a:buFont typeface="Arial" panose="020B0604020202020204" pitchFamily="34" charset="0"/>
              <a:buNone/>
            </a:pPr>
            <a:r>
              <a:rPr lang="zh-TW" altLang="en-US" sz="1800" dirty="0">
                <a:latin typeface="Arial" panose="020B0604020202020204" pitchFamily="34" charset="0"/>
              </a:rPr>
              <a:t>        </a:t>
            </a:r>
            <a:r>
              <a:rPr lang="en-US" altLang="zh-TW" sz="1800" dirty="0">
                <a:latin typeface="Arial" panose="020B0604020202020204" pitchFamily="34" charset="0"/>
              </a:rPr>
              <a:t>}, 1000);</a:t>
            </a:r>
          </a:p>
          <a:p>
            <a:pPr>
              <a:buFont typeface="Arial" panose="020B0604020202020204" pitchFamily="34" charset="0"/>
              <a:buNone/>
            </a:pPr>
            <a:r>
              <a:rPr lang="zh-TW" altLang="en-US" sz="1800" dirty="0">
                <a:latin typeface="Arial" panose="020B0604020202020204" pitchFamily="34" charset="0"/>
              </a:rPr>
              <a:t>    </a:t>
            </a:r>
            <a:r>
              <a:rPr lang="en-US" altLang="zh-TW" sz="1800" dirty="0">
                <a:latin typeface="Arial" panose="020B0604020202020204" pitchFamily="34" charset="0"/>
              </a:rPr>
              <a:t>})</a:t>
            </a:r>
          </a:p>
          <a:p>
            <a:pPr>
              <a:buFont typeface="Arial" panose="020B0604020202020204" pitchFamily="34" charset="0"/>
              <a:buNone/>
            </a:pPr>
            <a:r>
              <a:rPr lang="zh-TW" altLang="en-US" sz="1800" dirty="0">
                <a:latin typeface="Arial" panose="020B0604020202020204" pitchFamily="34" charset="0"/>
              </a:rPr>
              <a:t>    </a:t>
            </a:r>
            <a:r>
              <a:rPr lang="en-US" altLang="zh-TW" sz="1800" dirty="0">
                <a:latin typeface="Arial" panose="020B0604020202020204" pitchFamily="34" charset="0"/>
              </a:rPr>
              <a:t>return promise;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1800" dirty="0">
                <a:latin typeface="Arial" panose="020B0604020202020204" pitchFamily="34" charset="0"/>
              </a:rPr>
              <a:t>}</a:t>
            </a:r>
            <a:endParaRPr lang="zh-TW" altLang="en-US" sz="1800" dirty="0">
              <a:latin typeface="Arial" panose="020B0604020202020204" pitchFamily="34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A7EC4-B3C9-46E5-8F27-7260F6FAAE6D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26209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zh-TW" sz="1800" dirty="0" err="1">
                <a:latin typeface="Arial" panose="020B0604020202020204" pitchFamily="34" charset="0"/>
              </a:rPr>
              <a:t>printSomething</a:t>
            </a:r>
            <a:r>
              <a:rPr lang="en-US" altLang="zh-TW" sz="1800" dirty="0">
                <a:latin typeface="Arial" panose="020B0604020202020204" pitchFamily="34" charset="0"/>
              </a:rPr>
              <a:t>('</a:t>
            </a:r>
            <a:r>
              <a:rPr lang="zh-TW" altLang="en-US" sz="1800" dirty="0">
                <a:latin typeface="Arial" panose="020B0604020202020204" pitchFamily="34" charset="0"/>
              </a:rPr>
              <a:t>蛋</a:t>
            </a:r>
            <a:r>
              <a:rPr lang="en-US" altLang="zh-TW" sz="1800" dirty="0">
                <a:latin typeface="Arial" panose="020B0604020202020204" pitchFamily="34" charset="0"/>
              </a:rPr>
              <a:t>')</a:t>
            </a:r>
          </a:p>
          <a:p>
            <a:pPr>
              <a:buFont typeface="Arial" panose="020B0604020202020204" pitchFamily="34" charset="0"/>
              <a:buNone/>
            </a:pPr>
            <a:r>
              <a:rPr lang="zh-TW" altLang="en-US" sz="1800" dirty="0">
                <a:latin typeface="Arial" panose="020B0604020202020204" pitchFamily="34" charset="0"/>
              </a:rPr>
              <a:t>     </a:t>
            </a:r>
            <a:r>
              <a:rPr lang="en-US" altLang="zh-TW" sz="1800" dirty="0">
                <a:latin typeface="Arial" panose="020B0604020202020204" pitchFamily="34" charset="0"/>
              </a:rPr>
              <a:t>.then((data) =&gt; 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1800" dirty="0">
                <a:latin typeface="Arial" panose="020B0604020202020204" pitchFamily="34" charset="0"/>
              </a:rPr>
              <a:t>     </a:t>
            </a:r>
            <a:r>
              <a:rPr lang="zh-TW" altLang="en-US" sz="1800" dirty="0">
                <a:latin typeface="Arial" panose="020B0604020202020204" pitchFamily="34" charset="0"/>
              </a:rPr>
              <a:t>    </a:t>
            </a:r>
            <a:r>
              <a:rPr lang="en-US" altLang="zh-TW" sz="1800" dirty="0">
                <a:latin typeface="Arial" panose="020B0604020202020204" pitchFamily="34" charset="0"/>
              </a:rPr>
              <a:t>console.log(data);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1800" dirty="0">
                <a:latin typeface="Arial" panose="020B0604020202020204" pitchFamily="34" charset="0"/>
              </a:rPr>
              <a:t>         return </a:t>
            </a:r>
            <a:r>
              <a:rPr lang="en-US" altLang="zh-TW" sz="1800" dirty="0" err="1">
                <a:latin typeface="Arial" panose="020B0604020202020204" pitchFamily="34" charset="0"/>
              </a:rPr>
              <a:t>printSomething</a:t>
            </a:r>
            <a:r>
              <a:rPr lang="en-US" altLang="zh-TW" sz="1800" dirty="0">
                <a:latin typeface="Arial" panose="020B0604020202020204" pitchFamily="34" charset="0"/>
              </a:rPr>
              <a:t>('</a:t>
            </a:r>
            <a:r>
              <a:rPr lang="zh-TW" altLang="en-US" sz="1800" dirty="0">
                <a:latin typeface="Arial" panose="020B0604020202020204" pitchFamily="34" charset="0"/>
              </a:rPr>
              <a:t>咖啡</a:t>
            </a:r>
            <a:r>
              <a:rPr lang="en-US" altLang="zh-TW" sz="1800" dirty="0">
                <a:latin typeface="Arial" panose="020B0604020202020204" pitchFamily="34" charset="0"/>
              </a:rPr>
              <a:t>');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1800" dirty="0">
                <a:latin typeface="Arial" panose="020B0604020202020204" pitchFamily="34" charset="0"/>
              </a:rPr>
              <a:t>      })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1800" dirty="0">
                <a:latin typeface="Arial" panose="020B0604020202020204" pitchFamily="34" charset="0"/>
              </a:rPr>
              <a:t>      .then((data) =&gt; 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1800" dirty="0">
                <a:latin typeface="Arial" panose="020B0604020202020204" pitchFamily="34" charset="0"/>
              </a:rPr>
              <a:t>         console.log(data);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1800" dirty="0">
                <a:latin typeface="Arial" panose="020B0604020202020204" pitchFamily="34" charset="0"/>
              </a:rPr>
              <a:t>         return </a:t>
            </a:r>
            <a:r>
              <a:rPr lang="en-US" altLang="zh-TW" sz="1800" dirty="0" err="1">
                <a:latin typeface="Arial" panose="020B0604020202020204" pitchFamily="34" charset="0"/>
              </a:rPr>
              <a:t>printSomething</a:t>
            </a:r>
            <a:r>
              <a:rPr lang="en-US" altLang="zh-TW" sz="1800" dirty="0">
                <a:latin typeface="Arial" panose="020B0604020202020204" pitchFamily="34" charset="0"/>
              </a:rPr>
              <a:t>('</a:t>
            </a:r>
            <a:r>
              <a:rPr lang="zh-TW" altLang="en-US" sz="1800" dirty="0">
                <a:latin typeface="Arial" panose="020B0604020202020204" pitchFamily="34" charset="0"/>
              </a:rPr>
              <a:t>土司</a:t>
            </a:r>
            <a:r>
              <a:rPr lang="en-US" altLang="zh-TW" sz="1800" dirty="0">
                <a:latin typeface="Arial" panose="020B0604020202020204" pitchFamily="34" charset="0"/>
              </a:rPr>
              <a:t>');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1800" dirty="0">
                <a:latin typeface="Arial" panose="020B0604020202020204" pitchFamily="34" charset="0"/>
              </a:rPr>
              <a:t>      }).then((data) =&gt; 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1800" dirty="0">
                <a:latin typeface="Arial" panose="020B0604020202020204" pitchFamily="34" charset="0"/>
              </a:rPr>
              <a:t>          console.log(data);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1800" dirty="0">
                <a:latin typeface="Arial" panose="020B0604020202020204" pitchFamily="34" charset="0"/>
              </a:rPr>
              <a:t>      })</a:t>
            </a:r>
            <a:endParaRPr lang="zh-TW" altLang="en-US" sz="1800" dirty="0">
              <a:latin typeface="Arial" panose="020B0604020202020204" pitchFamily="34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A7EC4-B3C9-46E5-8F27-7260F6FAAE6D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87816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async function demo5() {</a:t>
            </a:r>
          </a:p>
          <a:p>
            <a:r>
              <a:rPr lang="zh-TW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let data = await printSomething("蛋");</a:t>
            </a:r>
          </a:p>
          <a:p>
            <a:r>
              <a:rPr lang="zh-TW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console.log(data);</a:t>
            </a:r>
          </a:p>
          <a:p>
            <a:r>
              <a:rPr lang="zh-TW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data = await printSomething("咖啡");</a:t>
            </a:r>
          </a:p>
          <a:p>
            <a:r>
              <a:rPr lang="zh-TW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console.log(data);</a:t>
            </a:r>
          </a:p>
          <a:p>
            <a:r>
              <a:rPr lang="zh-TW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data = await printSomething("土司");</a:t>
            </a:r>
          </a:p>
          <a:p>
            <a:r>
              <a:rPr lang="zh-TW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console.log(data);</a:t>
            </a:r>
          </a:p>
          <a:p>
            <a:r>
              <a:rPr lang="zh-TW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data = await printSomething("培根");</a:t>
            </a:r>
          </a:p>
          <a:p>
            <a:r>
              <a:rPr lang="zh-TW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console.log(data);</a:t>
            </a:r>
          </a:p>
          <a:p>
            <a:r>
              <a:rPr lang="zh-TW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}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A7EC4-B3C9-46E5-8F27-7260F6FAAE6D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27700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A7EC4-B3C9-46E5-8F27-7260F6FAAE6D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90962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https://www.papaparse.com/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&lt;script src="https://cdnjs.cloudflare.com/ajax/libs/PapaParse/5.4.1/papaparse.min.js"&gt;&lt;/script&gt;</a:t>
            </a:r>
            <a:endParaRPr lang="en-US" altLang="zh-TW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字串</a:t>
            </a:r>
            <a:r>
              <a:rPr lang="zh-TW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轉陣列</a:t>
            </a:r>
            <a:endParaRPr lang="en-US" altLang="zh-TW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csvText = `id,name,email</a:t>
            </a:r>
          </a:p>
          <a:p>
            <a:r>
              <a:rPr lang="zh-TW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   1,Jack,Jack@company.com</a:t>
            </a:r>
          </a:p>
          <a:p>
            <a:r>
              <a:rPr lang="zh-TW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   2,Mary,Mary@company.com</a:t>
            </a:r>
          </a:p>
          <a:p>
            <a:r>
              <a:rPr lang="zh-TW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`;</a:t>
            </a:r>
          </a:p>
          <a:p>
            <a:endParaRPr lang="zh-TW" altLang="zh-TW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result = Papa.parse(csvText, { header: true, skipEmptyLines: true });</a:t>
            </a:r>
          </a:p>
          <a:p>
            <a:r>
              <a:rPr lang="zh-TW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console.log(result.data);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zh-TW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A7EC4-B3C9-46E5-8F27-7260F6FAAE6D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05207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A7EC4-B3C9-46E5-8F27-7260F6FAAE6D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45595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上課使用</a:t>
            </a:r>
            <a:r>
              <a:rPr lang="en-US" altLang="zh-TW" dirty="0" err="1"/>
              <a:t>SqlLite</a:t>
            </a:r>
            <a:r>
              <a:rPr lang="zh-TW" altLang="en-US" dirty="0"/>
              <a:t>資料庫，透過</a:t>
            </a:r>
            <a:r>
              <a:rPr lang="en-US" altLang="zh-TW" dirty="0"/>
              <a:t>DB Browser for SQLite</a:t>
            </a:r>
            <a:r>
              <a:rPr lang="zh-TW" altLang="en-US" dirty="0"/>
              <a:t>管理資料庫</a:t>
            </a:r>
            <a:endParaRPr lang="en-US" altLang="zh-TW" dirty="0"/>
          </a:p>
          <a:p>
            <a:r>
              <a:rPr lang="en-US" altLang="zh-TW" sz="1200" dirty="0" err="1"/>
              <a:t>virtualenv</a:t>
            </a:r>
            <a:r>
              <a:rPr lang="en-US" altLang="zh-TW" sz="1200" dirty="0"/>
              <a:t> </a:t>
            </a:r>
            <a:r>
              <a:rPr lang="en-US" altLang="zh-TW" sz="1200" dirty="0" err="1"/>
              <a:t>venv</a:t>
            </a:r>
            <a:r>
              <a:rPr lang="zh-TW" altLang="en-US" sz="1200" dirty="0"/>
              <a:t> 也是一種建立虛擬環境的做法，</a:t>
            </a:r>
            <a:r>
              <a:rPr lang="en-US" altLang="zh-TW" sz="1200" dirty="0" err="1"/>
              <a:t>virtualenv</a:t>
            </a:r>
            <a:r>
              <a:rPr lang="en-US" altLang="zh-TW" sz="1200" dirty="0"/>
              <a:t> </a:t>
            </a:r>
            <a:r>
              <a:rPr lang="zh-TW" altLang="en-US" sz="1200" dirty="0"/>
              <a:t>使用前要先安裝</a:t>
            </a:r>
            <a:endParaRPr lang="en-US" altLang="zh-TW" sz="1200" dirty="0"/>
          </a:p>
          <a:p>
            <a:r>
              <a:rPr lang="sv-SE" altLang="zh-TW" dirty="0"/>
              <a:t>python -m pip install --upgrade pip</a:t>
            </a:r>
            <a:r>
              <a:rPr lang="zh-TW" altLang="en-US" dirty="0"/>
              <a:t> 更新 </a:t>
            </a:r>
            <a:r>
              <a:rPr lang="en-US" altLang="zh-TW" dirty="0"/>
              <a:t>pip </a:t>
            </a:r>
            <a:r>
              <a:rPr lang="zh-TW" altLang="en-US" dirty="0"/>
              <a:t>的版本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A7EC4-B3C9-46E5-8F27-7260F6FAAE6D}" type="slidenum">
              <a:rPr lang="zh-TW" altLang="en-US" smtClean="0"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25186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A7EC4-B3C9-46E5-8F27-7260F6FAAE6D}" type="slidenum">
              <a:rPr lang="zh-TW" altLang="en-US" smtClean="0"/>
              <a:t>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30187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A7EC4-B3C9-46E5-8F27-7260F6FAAE6D}" type="slidenum">
              <a:rPr lang="zh-TW" altLang="en-US" smtClean="0"/>
              <a:t>58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59218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zh-TW" sz="1200" dirty="0" err="1"/>
              <a:t>response.headers.forEach</a:t>
            </a:r>
            <a:r>
              <a:rPr lang="en-US" altLang="zh-TW" sz="1200" dirty="0"/>
              <a:t>((value, name) =&gt; {</a:t>
            </a:r>
          </a:p>
          <a:p>
            <a:pPr>
              <a:buFont typeface="Arial" panose="020B0604020202020204" pitchFamily="34" charset="0"/>
              <a:buNone/>
            </a:pPr>
            <a:r>
              <a:rPr lang="zh-TW" altLang="en-US" sz="1200" dirty="0"/>
              <a:t>    </a:t>
            </a:r>
            <a:r>
              <a:rPr lang="en-US" altLang="zh-TW" sz="1200" dirty="0"/>
              <a:t>console.log(`${name}: ${value}`);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1200" dirty="0"/>
              <a:t>});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A7EC4-B3C9-46E5-8F27-7260F6FAAE6D}" type="slidenum">
              <a:rPr lang="zh-TW" altLang="en-US" smtClean="0"/>
              <a:t>59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44746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A7EC4-B3C9-46E5-8F27-7260F6FAAE6D}" type="slidenum">
              <a:rPr lang="zh-TW" altLang="en-US" smtClean="0"/>
              <a:t>60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17807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A7EC4-B3C9-46E5-8F27-7260F6FAAE6D}" type="slidenum">
              <a:rPr lang="zh-TW" altLang="en-US" smtClean="0"/>
              <a:t>61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22849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AF909-7AB6-EC33-EB40-B793C1E3C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C3C655D-C62B-8631-80AD-0D27750507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39E9884-717B-6EF6-ED39-EFD00F26FE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DF14DA-ED02-BC26-B9D1-C88FC620CB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A7EC4-B3C9-46E5-8F27-7260F6FAAE6D}" type="slidenum">
              <a:rPr lang="zh-TW" altLang="en-US" smtClean="0"/>
              <a:t>62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58527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676C0-894E-FE74-7A7C-1D83F4662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A1DB4B9-6BCA-7494-DF04-518AEC9826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7B2F424-A523-EC15-F954-609BB76B10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8B77E92-5990-407B-C2C5-BD3E92B095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A7EC4-B3C9-46E5-8F27-7260F6FAAE6D}" type="slidenum">
              <a:rPr lang="zh-TW" altLang="en-US" smtClean="0"/>
              <a:t>63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39542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CADA8-54F0-A2C4-ECB9-379D9AFE4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ECA1C3C-2B3A-CC4A-5B8C-3F921B7DB5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E715C21-1C32-4260-2838-B921634C13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D59435A-76D0-7832-2647-40CC57DDC5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A7EC4-B3C9-46E5-8F27-7260F6FAAE6D}" type="slidenum">
              <a:rPr lang="zh-TW" altLang="en-US" smtClean="0"/>
              <a:t>64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04071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0" kern="1200" dirty="0">
                <a:solidFill>
                  <a:schemeClr val="tx1"/>
                </a:solidFill>
                <a:effectLst/>
                <a:highlight>
                  <a:srgbClr val="1F1F1F"/>
                </a:highlight>
                <a:latin typeface="+mn-lt"/>
                <a:ea typeface="+mn-ea"/>
                <a:cs typeface="+mn-cs"/>
              </a:rPr>
              <a:t>&lt;</a:t>
            </a:r>
            <a:r>
              <a:rPr lang="en-US" altLang="zh-TW" sz="1200" b="0" kern="1200" dirty="0" err="1">
                <a:solidFill>
                  <a:schemeClr val="tx1"/>
                </a:solidFill>
                <a:effectLst/>
                <a:highlight>
                  <a:srgbClr val="1F1F1F"/>
                </a:highlight>
                <a:latin typeface="+mn-lt"/>
                <a:ea typeface="+mn-ea"/>
                <a:cs typeface="+mn-cs"/>
              </a:rPr>
              <a:t>img</a:t>
            </a:r>
            <a:r>
              <a:rPr lang="en-US" altLang="zh-TW" sz="1200" b="0" kern="1200" dirty="0">
                <a:solidFill>
                  <a:schemeClr val="tx1"/>
                </a:solidFill>
                <a:effectLst/>
                <a:highlight>
                  <a:srgbClr val="1F1F1F"/>
                </a:highlight>
                <a:latin typeface="+mn-lt"/>
                <a:ea typeface="+mn-ea"/>
                <a:cs typeface="+mn-cs"/>
              </a:rPr>
              <a:t> id="img2" </a:t>
            </a:r>
            <a:r>
              <a:rPr lang="en-US" altLang="zh-TW" sz="1200" b="0" kern="1200" dirty="0" err="1">
                <a:solidFill>
                  <a:schemeClr val="tx1"/>
                </a:solidFill>
                <a:effectLst/>
                <a:highlight>
                  <a:srgbClr val="1F1F1F"/>
                </a:highlight>
                <a:latin typeface="+mn-lt"/>
                <a:ea typeface="+mn-ea"/>
                <a:cs typeface="+mn-cs"/>
              </a:rPr>
              <a:t>src</a:t>
            </a:r>
            <a:r>
              <a:rPr lang="en-US" altLang="zh-TW" sz="1200" b="0" kern="1200" dirty="0">
                <a:solidFill>
                  <a:schemeClr val="tx1"/>
                </a:solidFill>
                <a:effectLst/>
                <a:highlight>
                  <a:srgbClr val="1F1F1F"/>
                </a:highlight>
                <a:latin typeface="+mn-lt"/>
                <a:ea typeface="+mn-ea"/>
                <a:cs typeface="+mn-cs"/>
              </a:rPr>
              <a:t>="{{ </a:t>
            </a:r>
            <a:r>
              <a:rPr lang="en-US" altLang="zh-TW" sz="1200" b="0" kern="1200" dirty="0" err="1">
                <a:solidFill>
                  <a:schemeClr val="tx1"/>
                </a:solidFill>
                <a:effectLst/>
                <a:highlight>
                  <a:srgbClr val="1F1F1F"/>
                </a:highlight>
                <a:latin typeface="+mn-lt"/>
                <a:ea typeface="+mn-ea"/>
                <a:cs typeface="+mn-cs"/>
              </a:rPr>
              <a:t>url_for</a:t>
            </a:r>
            <a:r>
              <a:rPr lang="en-US" altLang="zh-TW" sz="1200" b="0" kern="1200" dirty="0">
                <a:solidFill>
                  <a:schemeClr val="tx1"/>
                </a:solidFill>
                <a:effectLst/>
                <a:highlight>
                  <a:srgbClr val="1F1F1F"/>
                </a:highlight>
                <a:latin typeface="+mn-lt"/>
                <a:ea typeface="+mn-ea"/>
                <a:cs typeface="+mn-cs"/>
              </a:rPr>
              <a:t>('static', filename='images/Loading.gif') }}" alt="</a:t>
            </a:r>
            <a:r>
              <a:rPr lang="zh-TW" altLang="en-US" sz="1200" b="0" kern="1200" dirty="0">
                <a:solidFill>
                  <a:schemeClr val="tx1"/>
                </a:solidFill>
                <a:effectLst/>
                <a:highlight>
                  <a:srgbClr val="1F1F1F"/>
                </a:highlight>
                <a:latin typeface="+mn-lt"/>
                <a:ea typeface="+mn-ea"/>
                <a:cs typeface="+mn-cs"/>
              </a:rPr>
              <a:t>載入中</a:t>
            </a:r>
            <a:r>
              <a:rPr lang="en-US" altLang="zh-TW" sz="1200" b="0" kern="1200" dirty="0">
                <a:solidFill>
                  <a:schemeClr val="tx1"/>
                </a:solidFill>
                <a:effectLst/>
                <a:highlight>
                  <a:srgbClr val="1F1F1F"/>
                </a:highlight>
                <a:latin typeface="+mn-lt"/>
                <a:ea typeface="+mn-ea"/>
                <a:cs typeface="+mn-cs"/>
              </a:rPr>
              <a:t>..."</a:t>
            </a:r>
            <a:r>
              <a:rPr lang="zh-TW" altLang="en-US" sz="1200" b="0" kern="1200" dirty="0">
                <a:solidFill>
                  <a:schemeClr val="tx1"/>
                </a:solidFill>
                <a:effectLst/>
                <a:highlight>
                  <a:srgbClr val="1F1F1F"/>
                </a:highlight>
                <a:latin typeface="+mn-lt"/>
                <a:ea typeface="+mn-ea"/>
                <a:cs typeface="+mn-cs"/>
              </a:rPr>
              <a:t> </a:t>
            </a:r>
            <a:r>
              <a:rPr lang="en-US" altLang="zh-TW" sz="1200" b="0" kern="1200" dirty="0">
                <a:solidFill>
                  <a:schemeClr val="tx1"/>
                </a:solidFill>
                <a:effectLst/>
                <a:highlight>
                  <a:srgbClr val="1F1F1F"/>
                </a:highlight>
                <a:latin typeface="+mn-lt"/>
                <a:ea typeface="+mn-ea"/>
                <a:cs typeface="+mn-cs"/>
              </a:rPr>
              <a:t>/&gt;</a:t>
            </a:r>
            <a:endParaRPr lang="zh-TW" altLang="en-US" sz="1200" b="0" kern="1200" dirty="0">
              <a:solidFill>
                <a:schemeClr val="tx1"/>
              </a:solidFill>
              <a:effectLst/>
              <a:highlight>
                <a:srgbClr val="1F1F1F"/>
              </a:highlight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2800" b="0" dirty="0">
              <a:solidFill>
                <a:srgbClr val="C586C0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800" b="0" dirty="0">
                <a:solidFill>
                  <a:srgbClr val="C586C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import</a:t>
            </a:r>
            <a:r>
              <a:rPr lang="en-US" altLang="zh-TW" sz="28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2800" b="0" dirty="0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time</a:t>
            </a:r>
            <a:endParaRPr lang="en-US" altLang="zh-TW" sz="2800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800" b="0" dirty="0" err="1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time</a:t>
            </a:r>
            <a:r>
              <a:rPr lang="en-US" altLang="zh-TW" sz="2800" b="0" dirty="0" err="1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2800" b="0" dirty="0" err="1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sleep</a:t>
            </a:r>
            <a:r>
              <a:rPr lang="en-US" altLang="zh-TW" sz="28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2800" b="0" dirty="0">
                <a:solidFill>
                  <a:srgbClr val="B5CEA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5</a:t>
            </a:r>
            <a:r>
              <a:rPr lang="en-US" altLang="zh-TW" sz="28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</a:t>
            </a:r>
          </a:p>
          <a:p>
            <a:endParaRPr lang="zh-TW" altLang="en-US" sz="18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A7EC4-B3C9-46E5-8F27-7260F6FAAE6D}" type="slidenum">
              <a:rPr lang="zh-TW" altLang="en-US" smtClean="0"/>
              <a:t>65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95063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A7EC4-B3C9-46E5-8F27-7260F6FAAE6D}" type="slidenum">
              <a:rPr lang="zh-TW" altLang="en-US" smtClean="0"/>
              <a:t>66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93843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A7EC4-B3C9-46E5-8F27-7260F6FAAE6D}" type="slidenum">
              <a:rPr lang="zh-TW" altLang="en-US" smtClean="0"/>
              <a:t>69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49873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A7EC4-B3C9-46E5-8F27-7260F6FAAE6D}" type="slidenum">
              <a:rPr lang="zh-TW" altLang="en-US" smtClean="0"/>
              <a:t>70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2314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US" altLang="zh-TW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altLang="zh-TW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altLang="zh-TW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A7EC4-B3C9-46E5-8F27-7260F6FAAE6D}" type="slidenum">
              <a:rPr lang="zh-TW" altLang="en-US" smtClean="0"/>
              <a:t>73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34681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sz="18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A7EC4-B3C9-46E5-8F27-7260F6FAAE6D}" type="slidenum">
              <a:rPr lang="zh-TW" altLang="en-US" smtClean="0"/>
              <a:t>75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74026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A7EC4-B3C9-46E5-8F27-7260F6FAAE6D}" type="slidenum">
              <a:rPr lang="zh-TW" altLang="en-US" smtClean="0"/>
              <a:t>77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371570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A7EC4-B3C9-46E5-8F27-7260F6FAAE6D}" type="slidenum">
              <a:rPr lang="zh-TW" altLang="en-US" smtClean="0"/>
              <a:t>85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279151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A7EC4-B3C9-46E5-8F27-7260F6FAAE6D}" type="slidenum">
              <a:rPr lang="zh-TW" altLang="en-US" smtClean="0"/>
              <a:t>86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273709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api.py </a:t>
            </a:r>
            <a:r>
              <a:rPr lang="zh-TW" altLang="en-US" dirty="0"/>
              <a:t>路由</a:t>
            </a:r>
            <a:br>
              <a:rPr lang="en-US" altLang="zh-TW" dirty="0"/>
            </a:br>
            <a:r>
              <a:rPr lang="zh-TW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api_bp.add_url_rule('/clock', view_func=clock_stream, methods=['GET'])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A7EC4-B3C9-46E5-8F27-7260F6FAAE6D}" type="slidenum">
              <a:rPr lang="zh-TW" altLang="en-US" smtClean="0"/>
              <a:t>91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836463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Database First</a:t>
            </a:r>
            <a:r>
              <a:rPr lang="zh-TW" altLang="en-US" dirty="0"/>
              <a:t>的作法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pip install flask-</a:t>
            </a:r>
            <a:r>
              <a:rPr lang="en-US" altLang="zh-TW" dirty="0" err="1"/>
              <a:t>sqlacodegen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>
                <a:latin typeface="Arial" panose="020B0604020202020204" pitchFamily="34" charset="0"/>
              </a:rPr>
              <a:t>flask-</a:t>
            </a:r>
            <a:r>
              <a:rPr lang="en-US" altLang="zh-TW" sz="1200" dirty="0" err="1">
                <a:latin typeface="Arial" panose="020B0604020202020204" pitchFamily="34" charset="0"/>
              </a:rPr>
              <a:t>sqlacodegen</a:t>
            </a:r>
            <a:r>
              <a:rPr lang="en-US" altLang="zh-TW" sz="1200" dirty="0">
                <a:latin typeface="Arial" panose="020B0604020202020204" pitchFamily="34" charset="0"/>
              </a:rPr>
              <a:t> sqlite:///mydb.db --flask &gt; models/generated_models.py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>
                <a:latin typeface="Arial" panose="020B0604020202020204" pitchFamily="34" charset="0"/>
              </a:rPr>
              <a:t>flask-</a:t>
            </a:r>
            <a:r>
              <a:rPr lang="en-US" altLang="zh-TW" sz="1200" dirty="0" err="1">
                <a:latin typeface="Arial" panose="020B0604020202020204" pitchFamily="34" charset="0"/>
              </a:rPr>
              <a:t>sqlacodegen</a:t>
            </a:r>
            <a:r>
              <a:rPr lang="en-US" altLang="zh-TW" sz="1200" dirty="0">
                <a:latin typeface="Arial" panose="020B0604020202020204" pitchFamily="34" charset="0"/>
              </a:rPr>
              <a:t> sqlite:///mydb.db --flask --tables members &gt; models/member_model.py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flask-</a:t>
            </a:r>
            <a:r>
              <a:rPr lang="en-US" altLang="zh-TW" dirty="0" err="1"/>
              <a:t>sqlacodegen</a:t>
            </a:r>
            <a:r>
              <a:rPr lang="en-US" altLang="zh-TW" dirty="0"/>
              <a:t> sqlite:///mydb.db --flask --tables address | Out-File -</a:t>
            </a:r>
            <a:r>
              <a:rPr lang="en-US" altLang="zh-TW" dirty="0" err="1"/>
              <a:t>FilePath</a:t>
            </a:r>
            <a:r>
              <a:rPr lang="en-US" altLang="zh-TW" dirty="0"/>
              <a:t> models/address_model.py -Encoding utf8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A7EC4-B3C9-46E5-8F27-7260F6FAAE6D}" type="slidenum">
              <a:rPr lang="zh-TW" altLang="en-US" smtClean="0"/>
              <a:t>96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868342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A7EC4-B3C9-46E5-8F27-7260F6FAAE6D}" type="slidenum">
              <a:rPr lang="zh-TW" altLang="en-US" smtClean="0"/>
              <a:t>112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3997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版面配置區 1">
            <a:extLst>
              <a:ext uri="{FF2B5EF4-FFF2-40B4-BE49-F238E27FC236}">
                <a16:creationId xmlns:a16="http://schemas.microsoft.com/office/drawing/2014/main" id="{5DA456A3-2014-47C2-80F2-59D9C7F800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1139" y="2302616"/>
            <a:ext cx="10549722" cy="5250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4400" spc="6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 dirty="0"/>
              <a:t>標題 </a:t>
            </a:r>
            <a:r>
              <a:rPr lang="en-US" altLang="zh-TW" dirty="0"/>
              <a:t>44 </a:t>
            </a:r>
            <a:r>
              <a:rPr lang="zh-TW" altLang="en-US" dirty="0"/>
              <a:t>號粗體 </a:t>
            </a:r>
            <a:r>
              <a:rPr lang="en-US" altLang="zh-TW" dirty="0"/>
              <a:t>Noto Sans TC</a:t>
            </a:r>
            <a:endParaRPr lang="zh-TW" altLang="en-US" dirty="0"/>
          </a:p>
        </p:txBody>
      </p:sp>
      <p:sp>
        <p:nvSpPr>
          <p:cNvPr id="10" name="副標題 2">
            <a:extLst>
              <a:ext uri="{FF2B5EF4-FFF2-40B4-BE49-F238E27FC236}">
                <a16:creationId xmlns:a16="http://schemas.microsoft.com/office/drawing/2014/main" id="{0CA2AA3F-9805-4E2A-AD7E-379700088B9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21139" y="3562072"/>
            <a:ext cx="10515600" cy="10801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Noto Sans TC" panose="020B0500000000000000" pitchFamily="34" charset="-120"/>
                <a:ea typeface="Noto Sans TC" panose="020B0500000000000000" pitchFamily="34" charset="-12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姓名  職稱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2021 / 09 / 17</a:t>
            </a:r>
            <a:r>
              <a:rPr lang="zh-TW" altLang="en-US" dirty="0"/>
              <a:t> 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8B98CD3-B41F-45E7-9F03-8335C7132459}"/>
              </a:ext>
            </a:extLst>
          </p:cNvPr>
          <p:cNvSpPr txBox="1"/>
          <p:nvPr userDrawn="1"/>
        </p:nvSpPr>
        <p:spPr>
          <a:xfrm>
            <a:off x="5047305" y="6354208"/>
            <a:ext cx="20632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>
                <a:solidFill>
                  <a:srgbClr val="1D3B83"/>
                </a:solidFill>
                <a:latin typeface="Noto Sans TC" panose="020B0500000000000000" pitchFamily="34" charset="-120"/>
                <a:ea typeface="Noto Sans TC" panose="020B0500000000000000" pitchFamily="34" charset="-120"/>
              </a:rPr>
              <a:t>www.ispan.com.tw</a:t>
            </a:r>
            <a:endParaRPr lang="zh-TW" altLang="en-US" sz="1200" dirty="0">
              <a:solidFill>
                <a:srgbClr val="1D3B83"/>
              </a:solidFill>
              <a:latin typeface="Noto Sans TC" panose="020B0500000000000000" pitchFamily="34" charset="-120"/>
              <a:ea typeface="Noto Sans TC" panose="020B0500000000000000" pitchFamily="34" charset="-120"/>
            </a:endParaRPr>
          </a:p>
        </p:txBody>
      </p:sp>
      <p:pic>
        <p:nvPicPr>
          <p:cNvPr id="12" name="圖形 11">
            <a:extLst>
              <a:ext uri="{FF2B5EF4-FFF2-40B4-BE49-F238E27FC236}">
                <a16:creationId xmlns:a16="http://schemas.microsoft.com/office/drawing/2014/main" id="{E7E8F26C-8079-46A9-8554-A7131D7517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3814764"/>
            <a:ext cx="12192001" cy="184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27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版面配置區 1">
            <a:extLst>
              <a:ext uri="{FF2B5EF4-FFF2-40B4-BE49-F238E27FC236}">
                <a16:creationId xmlns:a16="http://schemas.microsoft.com/office/drawing/2014/main" id="{14988467-C36B-4F64-960F-0217F6F3E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2066067"/>
            <a:ext cx="10515600" cy="10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400" spc="300"/>
            </a:lvl1pPr>
          </a:lstStyle>
          <a:p>
            <a:r>
              <a:rPr lang="zh-TW" altLang="en-US" dirty="0"/>
              <a:t>標題  </a:t>
            </a:r>
            <a:r>
              <a:rPr lang="en-US" altLang="zh-TW" dirty="0"/>
              <a:t>44</a:t>
            </a:r>
            <a:r>
              <a:rPr lang="zh-TW" altLang="en-US" dirty="0"/>
              <a:t>號  粗體 </a:t>
            </a:r>
            <a:r>
              <a:rPr lang="en-US" altLang="zh-TW" dirty="0"/>
              <a:t>Noto Sans TC</a:t>
            </a:r>
            <a:endParaRPr lang="zh-TW" altLang="en-US" dirty="0"/>
          </a:p>
        </p:txBody>
      </p:sp>
      <p:sp>
        <p:nvSpPr>
          <p:cNvPr id="11" name="副標題 2">
            <a:extLst>
              <a:ext uri="{FF2B5EF4-FFF2-40B4-BE49-F238E27FC236}">
                <a16:creationId xmlns:a16="http://schemas.microsoft.com/office/drawing/2014/main" id="{CC482918-2229-4091-9127-39759BC45C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5599" y="3429000"/>
            <a:ext cx="7200800" cy="10801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393939"/>
                </a:solidFill>
                <a:latin typeface="Noto Sans TC" panose="020B0500000000000000" pitchFamily="34" charset="-120"/>
                <a:ea typeface="Noto Sans TC" panose="020B0500000000000000" pitchFamily="34" charset="-12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  <p:sp>
        <p:nvSpPr>
          <p:cNvPr id="6" name="投影片編號版面配置區 6"/>
          <p:cNvSpPr>
            <a:spLocks noGrp="1"/>
          </p:cNvSpPr>
          <p:nvPr>
            <p:ph type="sldNum" sz="quarter" idx="4"/>
          </p:nvPr>
        </p:nvSpPr>
        <p:spPr>
          <a:xfrm>
            <a:off x="176400" y="6315923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3D244870-A228-419A-A4FF-2180DF8D9B1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1869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標題版面配置區 1">
            <a:extLst>
              <a:ext uri="{FF2B5EF4-FFF2-40B4-BE49-F238E27FC236}">
                <a16:creationId xmlns:a16="http://schemas.microsoft.com/office/drawing/2014/main" id="{721BCD58-68A0-422E-A2D4-9B778C96F4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6347" y="126461"/>
            <a:ext cx="9967451" cy="10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000" spc="300"/>
            </a:lvl1pPr>
          </a:lstStyle>
          <a:p>
            <a:r>
              <a:rPr lang="zh-TW" altLang="en-US" dirty="0"/>
              <a:t>標題  </a:t>
            </a:r>
            <a:r>
              <a:rPr lang="en-US" altLang="zh-TW" dirty="0"/>
              <a:t>40</a:t>
            </a:r>
            <a:r>
              <a:rPr lang="zh-TW" altLang="en-US" dirty="0"/>
              <a:t>號  粗體 </a:t>
            </a:r>
            <a:r>
              <a:rPr lang="en-US" altLang="zh-TW" dirty="0"/>
              <a:t>Noto Sans TC</a:t>
            </a:r>
            <a:endParaRPr lang="zh-TW" altLang="en-US" dirty="0"/>
          </a:p>
        </p:txBody>
      </p:sp>
      <p:sp>
        <p:nvSpPr>
          <p:cNvPr id="18" name="文字版面配置區 17">
            <a:extLst>
              <a:ext uri="{FF2B5EF4-FFF2-40B4-BE49-F238E27FC236}">
                <a16:creationId xmlns:a16="http://schemas.microsoft.com/office/drawing/2014/main" id="{90F81931-979D-4A8D-9AF2-3FC2848DBF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9" y="1514168"/>
            <a:ext cx="10515600" cy="446539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6" name="投影片編號版面配置區 6"/>
          <p:cNvSpPr>
            <a:spLocks noGrp="1"/>
          </p:cNvSpPr>
          <p:nvPr>
            <p:ph type="sldNum" sz="quarter" idx="4"/>
          </p:nvPr>
        </p:nvSpPr>
        <p:spPr>
          <a:xfrm>
            <a:off x="137072" y="6315923"/>
            <a:ext cx="432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3D244870-A228-419A-A4FF-2180DF8D9B1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9368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sz="1000"/>
            </a:lvl1pPr>
          </a:lstStyle>
          <a:p>
            <a:fld id="{3D244870-A228-419A-A4FF-2180DF8D9B1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5" name="標題版面配置區 1">
            <a:extLst>
              <a:ext uri="{FF2B5EF4-FFF2-40B4-BE49-F238E27FC236}">
                <a16:creationId xmlns:a16="http://schemas.microsoft.com/office/drawing/2014/main" id="{721BCD58-68A0-422E-A2D4-9B778C96F4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6347" y="126461"/>
            <a:ext cx="9967451" cy="10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000" spc="300"/>
            </a:lvl1pPr>
          </a:lstStyle>
          <a:p>
            <a:r>
              <a:rPr lang="zh-TW" altLang="en-US" dirty="0"/>
              <a:t>標題  </a:t>
            </a:r>
            <a:r>
              <a:rPr lang="en-US" altLang="zh-TW" dirty="0"/>
              <a:t>40</a:t>
            </a:r>
            <a:r>
              <a:rPr lang="zh-TW" altLang="en-US" dirty="0"/>
              <a:t>號  粗體 </a:t>
            </a:r>
            <a:r>
              <a:rPr lang="en-US" altLang="zh-TW" dirty="0"/>
              <a:t>Noto Sans TC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12716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771D620-EAD3-4F37-AAD6-D8A76B1738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6617" y="1396181"/>
            <a:ext cx="10587181" cy="459365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投影片編號版面配置區 6"/>
          <p:cNvSpPr>
            <a:spLocks noGrp="1"/>
          </p:cNvSpPr>
          <p:nvPr>
            <p:ph type="sldNum" sz="quarter" idx="4"/>
          </p:nvPr>
        </p:nvSpPr>
        <p:spPr>
          <a:xfrm>
            <a:off x="234950" y="6315923"/>
            <a:ext cx="228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3D244870-A228-419A-A4FF-2180DF8D9B1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標題版面配置區 1">
            <a:extLst>
              <a:ext uri="{FF2B5EF4-FFF2-40B4-BE49-F238E27FC236}">
                <a16:creationId xmlns:a16="http://schemas.microsoft.com/office/drawing/2014/main" id="{721BCD58-68A0-422E-A2D4-9B778C96F4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6347" y="126461"/>
            <a:ext cx="9967451" cy="10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000" spc="300"/>
            </a:lvl1pPr>
          </a:lstStyle>
          <a:p>
            <a:r>
              <a:rPr lang="zh-TW" altLang="en-US" dirty="0"/>
              <a:t>標題  </a:t>
            </a:r>
            <a:r>
              <a:rPr lang="en-US" altLang="zh-TW" dirty="0"/>
              <a:t>40</a:t>
            </a:r>
            <a:r>
              <a:rPr lang="zh-TW" altLang="en-US" dirty="0"/>
              <a:t>號  粗體 </a:t>
            </a:r>
            <a:r>
              <a:rPr lang="en-US" altLang="zh-TW" dirty="0"/>
              <a:t>Noto Sans TC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57349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CDEFC8A-3D76-44C5-BD19-9F81DDBF5E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445342"/>
            <a:ext cx="5157787" cy="454449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5184C9B-A79D-426B-A2EF-9DDAEAD2C2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445342"/>
            <a:ext cx="5183188" cy="454449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8" name="投影片編號版面配置區 6"/>
          <p:cNvSpPr>
            <a:spLocks noGrp="1"/>
          </p:cNvSpPr>
          <p:nvPr>
            <p:ph type="sldNum" sz="quarter" idx="10"/>
          </p:nvPr>
        </p:nvSpPr>
        <p:spPr>
          <a:xfrm>
            <a:off x="234950" y="6315923"/>
            <a:ext cx="228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3D244870-A228-419A-A4FF-2180DF8D9B1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9" name="標題版面配置區 1">
            <a:extLst>
              <a:ext uri="{FF2B5EF4-FFF2-40B4-BE49-F238E27FC236}">
                <a16:creationId xmlns:a16="http://schemas.microsoft.com/office/drawing/2014/main" id="{721BCD58-68A0-422E-A2D4-9B778C96F4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6347" y="126461"/>
            <a:ext cx="9967451" cy="10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000" spc="300"/>
            </a:lvl1pPr>
          </a:lstStyle>
          <a:p>
            <a:r>
              <a:rPr lang="zh-TW" altLang="en-US" dirty="0"/>
              <a:t>標題  </a:t>
            </a:r>
            <a:r>
              <a:rPr lang="en-US" altLang="zh-TW" dirty="0"/>
              <a:t>40</a:t>
            </a:r>
            <a:r>
              <a:rPr lang="zh-TW" altLang="en-US" dirty="0"/>
              <a:t>號  粗體 </a:t>
            </a:r>
            <a:r>
              <a:rPr lang="en-US" altLang="zh-TW" dirty="0"/>
              <a:t>Noto Sans TC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46030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E32CEFD-FDF1-4188-A449-E0B1CE3976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7" y="1366684"/>
            <a:ext cx="5180013" cy="46231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9" name="內容版面配置區 5">
            <a:extLst>
              <a:ext uri="{FF2B5EF4-FFF2-40B4-BE49-F238E27FC236}">
                <a16:creationId xmlns:a16="http://schemas.microsoft.com/office/drawing/2014/main" id="{2463B1D0-77A4-40A0-BCC4-F73F1008F8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366684"/>
            <a:ext cx="5183188" cy="462315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>
          <a:xfrm>
            <a:off x="234950" y="6315923"/>
            <a:ext cx="228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3D244870-A228-419A-A4FF-2180DF8D9B1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版面配置區 1">
            <a:extLst>
              <a:ext uri="{FF2B5EF4-FFF2-40B4-BE49-F238E27FC236}">
                <a16:creationId xmlns:a16="http://schemas.microsoft.com/office/drawing/2014/main" id="{721BCD58-68A0-422E-A2D4-9B778C96F4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6347" y="126461"/>
            <a:ext cx="9967451" cy="10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000" spc="300"/>
            </a:lvl1pPr>
          </a:lstStyle>
          <a:p>
            <a:r>
              <a:rPr lang="zh-TW" altLang="en-US" dirty="0"/>
              <a:t>標題  </a:t>
            </a:r>
            <a:r>
              <a:rPr lang="en-US" altLang="zh-TW" dirty="0"/>
              <a:t>40</a:t>
            </a:r>
            <a:r>
              <a:rPr lang="zh-TW" altLang="en-US" dirty="0"/>
              <a:t>號  粗體 </a:t>
            </a:r>
            <a:r>
              <a:rPr lang="en-US" altLang="zh-TW" dirty="0"/>
              <a:t>Noto Sans TC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40288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6"/>
          <p:cNvSpPr>
            <a:spLocks noGrp="1"/>
          </p:cNvSpPr>
          <p:nvPr>
            <p:ph type="sldNum" sz="quarter" idx="4"/>
          </p:nvPr>
        </p:nvSpPr>
        <p:spPr>
          <a:xfrm>
            <a:off x="176400" y="6315923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3D244870-A228-419A-A4FF-2180DF8D9B1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6" name="標題版面配置區 1">
            <a:extLst>
              <a:ext uri="{FF2B5EF4-FFF2-40B4-BE49-F238E27FC236}">
                <a16:creationId xmlns:a16="http://schemas.microsoft.com/office/drawing/2014/main" id="{721BCD58-68A0-422E-A2D4-9B778C96F4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6347" y="51045"/>
            <a:ext cx="9967451" cy="10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000" spc="300"/>
            </a:lvl1pPr>
          </a:lstStyle>
          <a:p>
            <a:r>
              <a:rPr lang="zh-TW" altLang="en-US" dirty="0"/>
              <a:t>標題  </a:t>
            </a:r>
            <a:r>
              <a:rPr lang="en-US" altLang="zh-TW" dirty="0"/>
              <a:t>40</a:t>
            </a:r>
            <a:r>
              <a:rPr lang="zh-TW" altLang="en-US" dirty="0"/>
              <a:t>號  粗體 </a:t>
            </a:r>
            <a:r>
              <a:rPr lang="en-US" altLang="zh-TW" dirty="0"/>
              <a:t>Noto Sans TC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57854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圖表 9">
            <a:extLst>
              <a:ext uri="{FF2B5EF4-FFF2-40B4-BE49-F238E27FC236}">
                <a16:creationId xmlns:a16="http://schemas.microsoft.com/office/drawing/2014/main" id="{03F8E425-91B2-4FDE-BC27-7420C0B50DA8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84031427"/>
              </p:ext>
            </p:extLst>
          </p:nvPr>
        </p:nvGraphicFramePr>
        <p:xfrm>
          <a:off x="838199" y="1504335"/>
          <a:ext cx="10515600" cy="4485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投影片編號版面配置區 6"/>
          <p:cNvSpPr>
            <a:spLocks noGrp="1"/>
          </p:cNvSpPr>
          <p:nvPr>
            <p:ph type="sldNum" sz="quarter" idx="4"/>
          </p:nvPr>
        </p:nvSpPr>
        <p:spPr>
          <a:xfrm>
            <a:off x="176400" y="6315923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3D244870-A228-419A-A4FF-2180DF8D9B1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標題版面配置區 1">
            <a:extLst>
              <a:ext uri="{FF2B5EF4-FFF2-40B4-BE49-F238E27FC236}">
                <a16:creationId xmlns:a16="http://schemas.microsoft.com/office/drawing/2014/main" id="{721BCD58-68A0-422E-A2D4-9B778C96F4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6347" y="126461"/>
            <a:ext cx="9967451" cy="10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000" spc="300"/>
            </a:lvl1pPr>
          </a:lstStyle>
          <a:p>
            <a:r>
              <a:rPr lang="zh-TW" altLang="en-US" dirty="0"/>
              <a:t>標題  </a:t>
            </a:r>
            <a:r>
              <a:rPr lang="en-US" altLang="zh-TW" dirty="0"/>
              <a:t>40</a:t>
            </a:r>
            <a:r>
              <a:rPr lang="zh-TW" altLang="en-US" dirty="0"/>
              <a:t>號  粗體 </a:t>
            </a:r>
            <a:r>
              <a:rPr lang="en-US" altLang="zh-TW" dirty="0"/>
              <a:t>Noto Sans TC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54624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形 8">
            <a:extLst>
              <a:ext uri="{FF2B5EF4-FFF2-40B4-BE49-F238E27FC236}">
                <a16:creationId xmlns:a16="http://schemas.microsoft.com/office/drawing/2014/main" id="{ECD6CB5D-1E89-4AE6-B421-057BA453D9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4722607"/>
            <a:ext cx="12202246" cy="2135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454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6"/>
          <p:cNvSpPr>
            <a:spLocks noGrp="1"/>
          </p:cNvSpPr>
          <p:nvPr>
            <p:ph type="sldNum" sz="quarter" idx="4"/>
          </p:nvPr>
        </p:nvSpPr>
        <p:spPr>
          <a:xfrm>
            <a:off x="175957" y="6315923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3D244870-A228-419A-A4FF-2180DF8D9B1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03599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49" r:id="rId2"/>
    <p:sldLayoutId id="2147483650" r:id="rId3"/>
    <p:sldLayoutId id="2147483652" r:id="rId4"/>
    <p:sldLayoutId id="2147483658" r:id="rId5"/>
    <p:sldLayoutId id="2147483653" r:id="rId6"/>
    <p:sldLayoutId id="2147483656" r:id="rId7"/>
    <p:sldLayoutId id="2147483654" r:id="rId8"/>
    <p:sldLayoutId id="2147483657" r:id="rId9"/>
    <p:sldLayoutId id="2147483659" r:id="rId10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>
              <a:lumMod val="85000"/>
              <a:lumOff val="15000"/>
            </a:schemeClr>
          </a:solidFill>
          <a:latin typeface="Noto Sans TC" panose="020B0500000000000000" pitchFamily="34" charset="-120"/>
          <a:ea typeface="Noto Sans TC" panose="020B0500000000000000" pitchFamily="34" charset="-120"/>
          <a:cs typeface="Noto Sans SemBd" panose="020B0702040504020204" pitchFamily="34"/>
        </a:defRPr>
      </a:lvl1pPr>
    </p:titleStyle>
    <p:bodyStyle>
      <a:lvl1pPr marL="457200" indent="-457200" algn="l" defTabSz="914400" rtl="0" eaLnBrk="1" latinLnBrk="0" hangingPunct="1">
        <a:lnSpc>
          <a:spcPct val="90000"/>
        </a:lnSpc>
        <a:spcBef>
          <a:spcPts val="1000"/>
        </a:spcBef>
        <a:buClr>
          <a:srgbClr val="ED731A"/>
        </a:buClr>
        <a:buFont typeface="Wingdings" panose="05000000000000000000" pitchFamily="2" charset="2"/>
        <a:buChar char="l"/>
        <a:defRPr sz="2800" b="0" kern="1200">
          <a:solidFill>
            <a:schemeClr val="tx1">
              <a:lumMod val="75000"/>
              <a:lumOff val="25000"/>
            </a:schemeClr>
          </a:solidFill>
          <a:latin typeface="Noto Sans TC" panose="020B0500000000000000" pitchFamily="34" charset="-120"/>
          <a:ea typeface="Noto Sans TC" panose="020B0500000000000000" pitchFamily="34" charset="-120"/>
          <a:cs typeface="+mn-cs"/>
        </a:defRPr>
      </a:lvl1pPr>
      <a:lvl2pPr marL="914400" indent="-457200" algn="l" defTabSz="914400" rtl="0" eaLnBrk="1" latinLnBrk="0" hangingPunct="1">
        <a:lnSpc>
          <a:spcPct val="90000"/>
        </a:lnSpc>
        <a:spcBef>
          <a:spcPts val="500"/>
        </a:spcBef>
        <a:buClr>
          <a:srgbClr val="ED731A"/>
        </a:buClr>
        <a:buFont typeface="Wingdings" panose="05000000000000000000" pitchFamily="2" charset="2"/>
        <a:buChar char="l"/>
        <a:defRPr sz="2400" kern="1200">
          <a:solidFill>
            <a:schemeClr val="tx1">
              <a:lumMod val="65000"/>
              <a:lumOff val="35000"/>
            </a:schemeClr>
          </a:solidFill>
          <a:latin typeface="Noto Sans TC" panose="020B0500000000000000" pitchFamily="34" charset="-120"/>
          <a:ea typeface="Noto Sans TC" panose="020B0500000000000000" pitchFamily="34" charset="-120"/>
          <a:cs typeface="+mn-cs"/>
        </a:defRPr>
      </a:lvl2pPr>
      <a:lvl3pPr marL="1371600" indent="-457200" algn="l" defTabSz="914400" rtl="0" eaLnBrk="1" latinLnBrk="0" hangingPunct="1">
        <a:lnSpc>
          <a:spcPct val="90000"/>
        </a:lnSpc>
        <a:spcBef>
          <a:spcPts val="500"/>
        </a:spcBef>
        <a:buClr>
          <a:srgbClr val="ED731A"/>
        </a:buClr>
        <a:buFont typeface="Wingdings" panose="05000000000000000000" pitchFamily="2" charset="2"/>
        <a:buChar char="l"/>
        <a:defRPr sz="2000" kern="1200">
          <a:solidFill>
            <a:schemeClr val="tx1">
              <a:lumMod val="65000"/>
              <a:lumOff val="35000"/>
            </a:schemeClr>
          </a:solidFill>
          <a:latin typeface="Noto Sans TC" panose="020B0500000000000000" pitchFamily="34" charset="-120"/>
          <a:ea typeface="Noto Sans TC" panose="020B0500000000000000" pitchFamily="34" charset="-120"/>
          <a:cs typeface="+mn-cs"/>
        </a:defRPr>
      </a:lvl3pPr>
      <a:lvl4pPr marL="1714500" indent="-342900" algn="l" defTabSz="914400" rtl="0" eaLnBrk="1" latinLnBrk="0" hangingPunct="1">
        <a:lnSpc>
          <a:spcPct val="90000"/>
        </a:lnSpc>
        <a:spcBef>
          <a:spcPts val="500"/>
        </a:spcBef>
        <a:buClr>
          <a:srgbClr val="ED731A"/>
        </a:buClr>
        <a:buFont typeface="Wingdings" panose="05000000000000000000" pitchFamily="2" charset="2"/>
        <a:buChar char="l"/>
        <a:defRPr sz="1800" kern="1200">
          <a:solidFill>
            <a:schemeClr val="tx1">
              <a:lumMod val="65000"/>
              <a:lumOff val="35000"/>
            </a:schemeClr>
          </a:solidFill>
          <a:latin typeface="Noto Sans TC" panose="020B0500000000000000" pitchFamily="34" charset="-120"/>
          <a:ea typeface="Noto Sans TC" panose="020B0500000000000000" pitchFamily="34" charset="-120"/>
          <a:cs typeface="+mn-cs"/>
        </a:defRPr>
      </a:lvl4pPr>
      <a:lvl5pPr marL="2171700" indent="-342900" algn="l" defTabSz="914400" rtl="0" eaLnBrk="1" latinLnBrk="0" hangingPunct="1">
        <a:lnSpc>
          <a:spcPct val="90000"/>
        </a:lnSpc>
        <a:spcBef>
          <a:spcPts val="500"/>
        </a:spcBef>
        <a:buClr>
          <a:srgbClr val="ED731A"/>
        </a:buClr>
        <a:buFont typeface="Wingdings" panose="05000000000000000000" pitchFamily="2" charset="2"/>
        <a:buChar char="l"/>
        <a:defRPr sz="1800" kern="1200">
          <a:solidFill>
            <a:schemeClr val="tx1">
              <a:lumMod val="65000"/>
              <a:lumOff val="35000"/>
            </a:schemeClr>
          </a:solidFill>
          <a:latin typeface="Noto Sans TC" panose="020B0500000000000000" pitchFamily="34" charset="-120"/>
          <a:ea typeface="Noto Sans TC" panose="020B0500000000000000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archive.org/web/20061107032631/http:/www.adaptivepath.com/publications/essays/archives/000385.php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13" Type="http://schemas.openxmlformats.org/officeDocument/2006/relationships/diagramLayout" Target="../diagrams/layout5.xml"/><Relationship Id="rId18" Type="http://schemas.openxmlformats.org/officeDocument/2006/relationships/diagramLayout" Target="../diagrams/layout6.xml"/><Relationship Id="rId3" Type="http://schemas.openxmlformats.org/officeDocument/2006/relationships/diagramLayout" Target="../diagrams/layout3.xml"/><Relationship Id="rId21" Type="http://schemas.microsoft.com/office/2007/relationships/diagramDrawing" Target="../diagrams/drawing6.xml"/><Relationship Id="rId7" Type="http://schemas.openxmlformats.org/officeDocument/2006/relationships/diagramData" Target="../diagrams/data4.xml"/><Relationship Id="rId12" Type="http://schemas.openxmlformats.org/officeDocument/2006/relationships/diagramData" Target="../diagrams/data5.xml"/><Relationship Id="rId17" Type="http://schemas.openxmlformats.org/officeDocument/2006/relationships/diagramData" Target="../diagrams/data6.xml"/><Relationship Id="rId2" Type="http://schemas.openxmlformats.org/officeDocument/2006/relationships/diagramData" Target="../diagrams/data3.xml"/><Relationship Id="rId16" Type="http://schemas.microsoft.com/office/2007/relationships/diagramDrawing" Target="../diagrams/drawing5.xml"/><Relationship Id="rId20" Type="http://schemas.openxmlformats.org/officeDocument/2006/relationships/diagramColors" Target="../diagrams/colors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5" Type="http://schemas.openxmlformats.org/officeDocument/2006/relationships/diagramColors" Target="../diagrams/colors5.xml"/><Relationship Id="rId10" Type="http://schemas.openxmlformats.org/officeDocument/2006/relationships/diagramColors" Target="../diagrams/colors4.xml"/><Relationship Id="rId19" Type="http://schemas.openxmlformats.org/officeDocument/2006/relationships/diagramQuickStyle" Target="../diagrams/quickStyle6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Relationship Id="rId14" Type="http://schemas.openxmlformats.org/officeDocument/2006/relationships/diagramQuickStyle" Target="../diagrams/quickStyle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icons8.com/preloaders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9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hyperlink" Target="https://aistudio.google.com/" TargetMode="External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sv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FFB7A0-C7B2-4ACE-88A7-B92095ADA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Restful API + Ajax </a:t>
            </a:r>
            <a:r>
              <a:rPr lang="zh-TW" altLang="en-US" dirty="0"/>
              <a:t>應用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97FCF8E-671E-4862-A27D-3047414718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5598" y="3429000"/>
            <a:ext cx="7932915" cy="1080120"/>
          </a:xfrm>
        </p:spPr>
        <p:txBody>
          <a:bodyPr>
            <a:noAutofit/>
          </a:bodyPr>
          <a:lstStyle/>
          <a:p>
            <a:r>
              <a:rPr lang="zh-TW" altLang="en-US" sz="3600" b="1" spc="600" dirty="0">
                <a:cs typeface="Noto Sans SemBd" panose="020B0702040504020204" pitchFamily="34"/>
              </a:rPr>
              <a:t>王孝弘 </a:t>
            </a:r>
            <a:r>
              <a:rPr lang="en-US" altLang="zh-TW" sz="3600" b="1" spc="600" dirty="0">
                <a:cs typeface="Noto Sans SemBd" panose="020B0702040504020204" pitchFamily="34"/>
              </a:rPr>
              <a:t>wang@ispan.com.tw</a:t>
            </a:r>
          </a:p>
          <a:p>
            <a:endParaRPr lang="en-US" altLang="zh-TW" sz="3600" b="1" spc="600" dirty="0">
              <a:cs typeface="Noto Sans SemBd" panose="020B0702040504020204" pitchFamily="34"/>
            </a:endParaRPr>
          </a:p>
          <a:p>
            <a:endParaRPr lang="en-US" altLang="zh-TW" sz="3600" b="1" spc="600" dirty="0">
              <a:cs typeface="Noto Sans SemBd" panose="020B0702040504020204" pitchFamily="34"/>
            </a:endParaRPr>
          </a:p>
          <a:p>
            <a:r>
              <a:rPr lang="zh-TW" altLang="en-US" sz="3600" b="1" spc="600" dirty="0">
                <a:cs typeface="Noto Sans SemBd" panose="020B0702040504020204" pitchFamily="34"/>
              </a:rPr>
              <a:t>資展國際股份有限公司</a:t>
            </a:r>
            <a:endParaRPr lang="en-US" altLang="zh-TW" sz="2800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4773572" y="5764622"/>
            <a:ext cx="2401887" cy="431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>
              <a:spcBef>
                <a:spcPct val="10000"/>
              </a:spcBef>
              <a:spcAft>
                <a:spcPct val="10000"/>
              </a:spcAft>
              <a:buFont typeface="Wingdings" pitchFamily="2" charset="2"/>
              <a:buNone/>
              <a:defRPr/>
            </a:pPr>
            <a:endParaRPr lang="zh-TW" altLang="en-US" sz="1600" b="1" dirty="0">
              <a:solidFill>
                <a:schemeClr val="bg1">
                  <a:lumMod val="50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4"/>
          </p:nvPr>
        </p:nvSpPr>
        <p:spPr>
          <a:xfrm>
            <a:off x="249766" y="6308726"/>
            <a:ext cx="203201" cy="365125"/>
          </a:xfrm>
        </p:spPr>
        <p:txBody>
          <a:bodyPr/>
          <a:lstStyle/>
          <a:p>
            <a:pPr algn="ctr"/>
            <a:fld id="{3D244870-A228-419A-A4FF-2180DF8D9B1A}" type="slidenum">
              <a:rPr lang="zh-TW" altLang="en-US" smtClean="0"/>
              <a:pPr algn="ctr"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27773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290BE1-047D-CA60-DD99-03D1DE1C5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上課用專案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95AD44C-A239-58C3-67E1-6326521690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6123" y="3461657"/>
            <a:ext cx="8231493" cy="1080120"/>
          </a:xfrm>
        </p:spPr>
        <p:txBody>
          <a:bodyPr/>
          <a:lstStyle/>
          <a:p>
            <a:r>
              <a:rPr lang="en-US" altLang="zh-TW" dirty="0"/>
              <a:t>https://github.com/HsiaoHungWang/ajax_flask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F8EE907-C719-E4DA-E134-D058B0C1A9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9793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大綱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3</a:t>
            </a:fld>
            <a:endParaRPr lang="zh-TW" altLang="en-US"/>
          </a:p>
        </p:txBody>
      </p:sp>
      <p:graphicFrame>
        <p:nvGraphicFramePr>
          <p:cNvPr id="7" name="資料庫圖表 6"/>
          <p:cNvGraphicFramePr/>
          <p:nvPr>
            <p:extLst>
              <p:ext uri="{D42A27DB-BD31-4B8C-83A1-F6EECF244321}">
                <p14:modId xmlns:p14="http://schemas.microsoft.com/office/powerpoint/2010/main" val="2769886653"/>
              </p:ext>
            </p:extLst>
          </p:nvPr>
        </p:nvGraphicFramePr>
        <p:xfrm>
          <a:off x="2584243" y="1499906"/>
          <a:ext cx="7023511" cy="47321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983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18907C-CA7A-3CF7-C3B6-AE6FDC146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Ajax </a:t>
            </a:r>
            <a:r>
              <a:rPr lang="zh-TW" altLang="en-US" dirty="0"/>
              <a:t>開始之前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A5BC615-6793-0115-C3D8-3879CFE319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觀念複習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15C885F-C9CE-F0ED-708B-B82F707250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4806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BB97F9-B6E6-4E68-A4DC-8DD530740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zh-TW" altLang="en-US" dirty="0"/>
              <a:t>淺談網頁開發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FAB2CE6-D5C8-4422-8B8A-0B952E8D6B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TW" altLang="en-US" dirty="0"/>
              <a:t>傳統的網頁開發</a:t>
            </a:r>
          </a:p>
          <a:p>
            <a:r>
              <a:rPr lang="en-US" altLang="zh-TW" dirty="0"/>
              <a:t>Ajax</a:t>
            </a:r>
            <a:r>
              <a:rPr lang="zh-TW" altLang="en-US" dirty="0"/>
              <a:t>的網頁開發</a:t>
            </a:r>
          </a:p>
          <a:p>
            <a:r>
              <a:rPr lang="zh-TW" altLang="en-US" dirty="0"/>
              <a:t>即時性的網頁開發</a:t>
            </a: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3D244870-A228-419A-A4FF-2180DF8D9B1A}" type="slidenum">
              <a:rPr lang="zh-TW" altLang="en-US" smtClean="0"/>
              <a:pPr algn="ctr"/>
              <a:t>5</a:t>
            </a:fld>
            <a:endParaRPr lang="zh-TW" altLang="en-US" dirty="0"/>
          </a:p>
        </p:txBody>
      </p:sp>
      <p:pic>
        <p:nvPicPr>
          <p:cNvPr id="6" name="Picture 10" descr="http://clipartist.info/RSS/openclipart.org/2011/August/13-Saturday/server-999px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02" y="3627226"/>
            <a:ext cx="1076325" cy="166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http://www.smecloud.in/catalog/view/theme/default/stylesheet/howitworks/icon/db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247" y="3627226"/>
            <a:ext cx="1354137" cy="166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字方塊 10"/>
          <p:cNvSpPr txBox="1">
            <a:spLocks noChangeArrowheads="1"/>
          </p:cNvSpPr>
          <p:nvPr/>
        </p:nvSpPr>
        <p:spPr bwMode="auto">
          <a:xfrm>
            <a:off x="6248589" y="5434713"/>
            <a:ext cx="1723549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zh-TW" altLang="en-US" sz="2400" dirty="0">
                <a:latin typeface="Arial" panose="020B0604020202020204" pitchFamily="34" charset="0"/>
              </a:rPr>
              <a:t>網站伺服器</a:t>
            </a:r>
          </a:p>
        </p:txBody>
      </p:sp>
      <p:cxnSp>
        <p:nvCxnSpPr>
          <p:cNvPr id="9" name="直線單箭頭接點 8"/>
          <p:cNvCxnSpPr/>
          <p:nvPr/>
        </p:nvCxnSpPr>
        <p:spPr>
          <a:xfrm>
            <a:off x="7648527" y="4609105"/>
            <a:ext cx="112372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 flipH="1">
            <a:off x="7575272" y="4897412"/>
            <a:ext cx="11969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>
            <a:spLocks noChangeArrowheads="1"/>
          </p:cNvSpPr>
          <p:nvPr/>
        </p:nvSpPr>
        <p:spPr bwMode="auto">
          <a:xfrm>
            <a:off x="8900989" y="5428545"/>
            <a:ext cx="1107996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zh-TW" altLang="en-US" sz="2400" dirty="0">
                <a:latin typeface="Arial" panose="020B0604020202020204" pitchFamily="34" charset="0"/>
              </a:rPr>
              <a:t>資料庫</a:t>
            </a:r>
          </a:p>
        </p:txBody>
      </p:sp>
      <p:pic>
        <p:nvPicPr>
          <p:cNvPr id="12" name="Picture 16" descr="http://www.crispycodes.com/blog/wp-content/uploads/2013/07/browser-icon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170" y="4414132"/>
            <a:ext cx="2725738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8" descr="http://www-03.ibm.com/software/lotus/symphony/gallery.nsf/GalleryClipArtAll/B22B159CC784316C85257596002FBEB8/$File/User01-Blue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7708" y="3333045"/>
            <a:ext cx="728662" cy="1071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文字方塊 10"/>
          <p:cNvSpPr txBox="1">
            <a:spLocks noChangeArrowheads="1"/>
          </p:cNvSpPr>
          <p:nvPr/>
        </p:nvSpPr>
        <p:spPr bwMode="auto">
          <a:xfrm>
            <a:off x="2828041" y="5427447"/>
            <a:ext cx="1107996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zh-TW" altLang="en-US" sz="2400" dirty="0">
                <a:latin typeface="Arial" panose="020B0604020202020204" pitchFamily="34" charset="0"/>
              </a:rPr>
              <a:t>瀏覽器</a:t>
            </a:r>
          </a:p>
        </p:txBody>
      </p:sp>
      <p:cxnSp>
        <p:nvCxnSpPr>
          <p:cNvPr id="15" name="直線單箭頭接點 14"/>
          <p:cNvCxnSpPr/>
          <p:nvPr/>
        </p:nvCxnSpPr>
        <p:spPr>
          <a:xfrm>
            <a:off x="4600280" y="4626926"/>
            <a:ext cx="1978206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 flipH="1">
            <a:off x="4600280" y="4879317"/>
            <a:ext cx="197192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0540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傳統的網頁開發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6</a:t>
            </a:fld>
            <a:endParaRPr lang="zh-TW" altLang="en-US"/>
          </a:p>
        </p:txBody>
      </p:sp>
      <p:pic>
        <p:nvPicPr>
          <p:cNvPr id="7" name="Picture 10" descr="http://clipartist.info/RSS/openclipart.org/2011/August/13-Saturday/server-999px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1759" y="2847422"/>
            <a:ext cx="1076325" cy="166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字方塊 9"/>
          <p:cNvSpPr txBox="1">
            <a:spLocks noChangeArrowheads="1"/>
          </p:cNvSpPr>
          <p:nvPr/>
        </p:nvSpPr>
        <p:spPr bwMode="auto">
          <a:xfrm>
            <a:off x="6897459" y="4490484"/>
            <a:ext cx="1250950" cy="3476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zh-TW" altLang="en-US" sz="1662">
                <a:latin typeface="Arial" panose="020B0604020202020204" pitchFamily="34" charset="0"/>
              </a:rPr>
              <a:t>網站伺服器</a:t>
            </a:r>
          </a:p>
        </p:txBody>
      </p:sp>
      <p:pic>
        <p:nvPicPr>
          <p:cNvPr id="9" name="Picture 16" descr="http://www.crispycodes.com/blog/wp-content/uploads/2013/07/browser-icon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9871" y="3645934"/>
            <a:ext cx="2725738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8" descr="http://www-03.ibm.com/software/lotus/symphony/gallery.nsf/GalleryClipArtAll/B22B159CC784316C85257596002FBEB8/$File/User01-Blu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8409" y="2564847"/>
            <a:ext cx="728662" cy="1071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直線單箭頭接點 10"/>
          <p:cNvCxnSpPr/>
          <p:nvPr/>
        </p:nvCxnSpPr>
        <p:spPr>
          <a:xfrm>
            <a:off x="4771796" y="3136347"/>
            <a:ext cx="1858963" cy="95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 flipH="1" flipV="1">
            <a:off x="4771796" y="3895172"/>
            <a:ext cx="1858963" cy="793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33"/>
          <p:cNvSpPr txBox="1">
            <a:spLocks noChangeArrowheads="1"/>
          </p:cNvSpPr>
          <p:nvPr/>
        </p:nvSpPr>
        <p:spPr bwMode="auto">
          <a:xfrm>
            <a:off x="4722584" y="2717247"/>
            <a:ext cx="1997075" cy="3476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zh-TW" altLang="en-US" sz="1662">
                <a:latin typeface="Arial" panose="020B0604020202020204" pitchFamily="34" charset="0"/>
              </a:rPr>
              <a:t>要求</a:t>
            </a:r>
            <a:r>
              <a:rPr lang="en-US" altLang="zh-TW" sz="1662">
                <a:latin typeface="Arial" panose="020B0604020202020204" pitchFamily="34" charset="0"/>
              </a:rPr>
              <a:t>(Http Request)</a:t>
            </a:r>
            <a:endParaRPr lang="zh-TW" altLang="en-US" sz="1662">
              <a:latin typeface="Arial" panose="020B0604020202020204" pitchFamily="34" charset="0"/>
            </a:endParaRPr>
          </a:p>
        </p:txBody>
      </p:sp>
      <p:sp>
        <p:nvSpPr>
          <p:cNvPr id="14" name="文字方塊 34"/>
          <p:cNvSpPr txBox="1">
            <a:spLocks noChangeArrowheads="1"/>
          </p:cNvSpPr>
          <p:nvPr/>
        </p:nvSpPr>
        <p:spPr bwMode="auto">
          <a:xfrm>
            <a:off x="4722584" y="3903109"/>
            <a:ext cx="2162175" cy="6032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zh-TW" altLang="en-US" sz="1662">
                <a:latin typeface="Arial" panose="020B0604020202020204" pitchFamily="34" charset="0"/>
              </a:rPr>
              <a:t>回應</a:t>
            </a:r>
            <a:r>
              <a:rPr lang="en-US" altLang="zh-TW" sz="1662">
                <a:latin typeface="Arial" panose="020B0604020202020204" pitchFamily="34" charset="0"/>
              </a:rPr>
              <a:t>(Http Response)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zh-TW" altLang="en-US" sz="1662" b="1">
                <a:solidFill>
                  <a:srgbClr val="FF0000"/>
                </a:solidFill>
                <a:latin typeface="Arial" panose="020B0604020202020204" pitchFamily="34" charset="0"/>
              </a:rPr>
              <a:t>完整的</a:t>
            </a:r>
            <a:r>
              <a:rPr lang="en-US" altLang="zh-TW" sz="1662" b="1">
                <a:solidFill>
                  <a:srgbClr val="FF0000"/>
                </a:solidFill>
                <a:latin typeface="Arial" panose="020B0604020202020204" pitchFamily="34" charset="0"/>
              </a:rPr>
              <a:t>HTML</a:t>
            </a:r>
          </a:p>
        </p:txBody>
      </p:sp>
      <p:pic>
        <p:nvPicPr>
          <p:cNvPr id="15" name="Picture 6" descr="http://www.smecloud.in/catalog/view/theme/default/stylesheet/howitworks/icon/db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4734" y="2928384"/>
            <a:ext cx="1354137" cy="166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文字方塊 10"/>
          <p:cNvSpPr txBox="1">
            <a:spLocks noChangeArrowheads="1"/>
          </p:cNvSpPr>
          <p:nvPr/>
        </p:nvSpPr>
        <p:spPr bwMode="auto">
          <a:xfrm>
            <a:off x="9412059" y="4512709"/>
            <a:ext cx="823912" cy="3492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zh-TW" altLang="en-US" sz="1662">
                <a:latin typeface="Arial" panose="020B0604020202020204" pitchFamily="34" charset="0"/>
              </a:rPr>
              <a:t>資料庫</a:t>
            </a:r>
          </a:p>
        </p:txBody>
      </p:sp>
      <p:sp>
        <p:nvSpPr>
          <p:cNvPr id="17" name="矩形 16"/>
          <p:cNvSpPr/>
          <p:nvPr/>
        </p:nvSpPr>
        <p:spPr>
          <a:xfrm>
            <a:off x="2179409" y="1709184"/>
            <a:ext cx="2592387" cy="385445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18" name="矩形 17"/>
          <p:cNvSpPr/>
          <p:nvPr/>
        </p:nvSpPr>
        <p:spPr>
          <a:xfrm>
            <a:off x="6630759" y="1709184"/>
            <a:ext cx="4256087" cy="385445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19" name="文字方塊 54"/>
          <p:cNvSpPr txBox="1">
            <a:spLocks noChangeArrowheads="1"/>
          </p:cNvSpPr>
          <p:nvPr/>
        </p:nvSpPr>
        <p:spPr bwMode="auto">
          <a:xfrm>
            <a:off x="3041421" y="5631897"/>
            <a:ext cx="1004888" cy="3476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zh-TW" sz="1662">
                <a:latin typeface="Arial" panose="020B0604020202020204" pitchFamily="34" charset="0"/>
              </a:rPr>
              <a:t>Client </a:t>
            </a:r>
            <a:r>
              <a:rPr lang="zh-TW" altLang="en-US" sz="1662">
                <a:latin typeface="Arial" panose="020B0604020202020204" pitchFamily="34" charset="0"/>
              </a:rPr>
              <a:t>端</a:t>
            </a:r>
          </a:p>
        </p:txBody>
      </p:sp>
      <p:sp>
        <p:nvSpPr>
          <p:cNvPr id="20" name="文字方塊 55"/>
          <p:cNvSpPr txBox="1">
            <a:spLocks noChangeArrowheads="1"/>
          </p:cNvSpPr>
          <p:nvPr/>
        </p:nvSpPr>
        <p:spPr bwMode="auto">
          <a:xfrm>
            <a:off x="8359546" y="5631897"/>
            <a:ext cx="1084263" cy="3476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zh-TW" sz="1662">
                <a:latin typeface="Arial" panose="020B0604020202020204" pitchFamily="34" charset="0"/>
              </a:rPr>
              <a:t>Server </a:t>
            </a:r>
            <a:r>
              <a:rPr lang="zh-TW" altLang="en-US" sz="1662">
                <a:latin typeface="Arial" panose="020B0604020202020204" pitchFamily="34" charset="0"/>
              </a:rPr>
              <a:t>端</a:t>
            </a:r>
          </a:p>
        </p:txBody>
      </p:sp>
      <p:cxnSp>
        <p:nvCxnSpPr>
          <p:cNvPr id="21" name="直線單箭頭接點 20"/>
          <p:cNvCxnSpPr/>
          <p:nvPr/>
        </p:nvCxnSpPr>
        <p:spPr>
          <a:xfrm>
            <a:off x="8064271" y="3383997"/>
            <a:ext cx="126365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 flipH="1">
            <a:off x="8064271" y="3858659"/>
            <a:ext cx="11969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10"/>
          <p:cNvSpPr txBox="1">
            <a:spLocks noChangeArrowheads="1"/>
          </p:cNvSpPr>
          <p:nvPr/>
        </p:nvSpPr>
        <p:spPr bwMode="auto">
          <a:xfrm>
            <a:off x="3038246" y="4501597"/>
            <a:ext cx="823913" cy="3476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zh-TW" altLang="en-US" sz="1662">
                <a:latin typeface="Arial" panose="020B0604020202020204" pitchFamily="34" charset="0"/>
              </a:rPr>
              <a:t>瀏覽器</a:t>
            </a:r>
          </a:p>
        </p:txBody>
      </p:sp>
      <p:sp>
        <p:nvSpPr>
          <p:cNvPr id="24" name="矩形 23"/>
          <p:cNvSpPr/>
          <p:nvPr/>
        </p:nvSpPr>
        <p:spPr>
          <a:xfrm>
            <a:off x="4295546" y="3228422"/>
            <a:ext cx="1027113" cy="5413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dirty="0"/>
              <a:t>等待</a:t>
            </a:r>
          </a:p>
        </p:txBody>
      </p:sp>
      <p:sp>
        <p:nvSpPr>
          <p:cNvPr id="25" name="矩形 24"/>
          <p:cNvSpPr/>
          <p:nvPr/>
        </p:nvSpPr>
        <p:spPr>
          <a:xfrm>
            <a:off x="1762813" y="4817509"/>
            <a:ext cx="4202784" cy="54133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dirty="0"/>
              <a:t>整個網頁會更新，會有刷新頁面的現象</a:t>
            </a:r>
          </a:p>
        </p:txBody>
      </p:sp>
      <p:sp>
        <p:nvSpPr>
          <p:cNvPr id="26" name="矩形: 圓角 2"/>
          <p:cNvSpPr/>
          <p:nvPr/>
        </p:nvSpPr>
        <p:spPr>
          <a:xfrm>
            <a:off x="7199083" y="1398034"/>
            <a:ext cx="2927350" cy="6223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3600" dirty="0"/>
              <a:t>Flask</a:t>
            </a:r>
            <a:endParaRPr lang="zh-TW" altLang="en-US" sz="3600" dirty="0"/>
          </a:p>
        </p:txBody>
      </p:sp>
      <p:sp>
        <p:nvSpPr>
          <p:cNvPr id="27" name="矩形 26"/>
          <p:cNvSpPr/>
          <p:nvPr/>
        </p:nvSpPr>
        <p:spPr>
          <a:xfrm>
            <a:off x="5189309" y="2145747"/>
            <a:ext cx="1027112" cy="5413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dirty="0"/>
              <a:t>同步</a:t>
            </a:r>
          </a:p>
        </p:txBody>
      </p:sp>
    </p:spTree>
    <p:extLst>
      <p:ext uri="{BB962C8B-B14F-4D97-AF65-F5344CB8AC3E}">
        <p14:creationId xmlns:p14="http://schemas.microsoft.com/office/powerpoint/2010/main" val="4027942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Ajax </a:t>
            </a:r>
            <a:r>
              <a:rPr lang="zh-TW" altLang="en-US" dirty="0"/>
              <a:t>網頁開發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7</a:t>
            </a:fld>
            <a:endParaRPr lang="zh-TW" altLang="en-US"/>
          </a:p>
        </p:txBody>
      </p:sp>
      <p:pic>
        <p:nvPicPr>
          <p:cNvPr id="5" name="Picture 10" descr="http://clipartist.info/RSS/openclipart.org/2011/August/13-Saturday/server-999px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9310" y="3554511"/>
            <a:ext cx="116522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字方塊 9"/>
          <p:cNvSpPr txBox="1">
            <a:spLocks noChangeArrowheads="1"/>
          </p:cNvSpPr>
          <p:nvPr/>
        </p:nvSpPr>
        <p:spPr bwMode="auto">
          <a:xfrm>
            <a:off x="5996447" y="5273773"/>
            <a:ext cx="13398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1800">
                <a:latin typeface="Arial" panose="020B0604020202020204" pitchFamily="34" charset="0"/>
              </a:rPr>
              <a:t>網站伺服器</a:t>
            </a:r>
          </a:p>
        </p:txBody>
      </p:sp>
      <p:pic>
        <p:nvPicPr>
          <p:cNvPr id="7" name="Picture 16" descr="http://www.crispycodes.com/blog/wp-content/uploads/2013/07/browser-ic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0797" y="2330548"/>
            <a:ext cx="2952750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8" descr="http://www-03.ibm.com/software/lotus/symphony/gallery.nsf/GalleryClipArtAll/B22B159CC784316C85257596002FBEB8/$File/User01-Blu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1885" y="1393923"/>
            <a:ext cx="788987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直線單箭頭接點 8"/>
          <p:cNvCxnSpPr/>
          <p:nvPr/>
        </p:nvCxnSpPr>
        <p:spPr>
          <a:xfrm>
            <a:off x="2222960" y="3338611"/>
            <a:ext cx="0" cy="71913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 flipV="1">
            <a:off x="2583322" y="3338611"/>
            <a:ext cx="0" cy="71913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1719722" y="4922936"/>
            <a:ext cx="2520950" cy="57626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dirty="0" err="1"/>
              <a:t>XMLHttpRequest</a:t>
            </a:r>
            <a:r>
              <a:rPr lang="en-US" altLang="zh-TW" dirty="0"/>
              <a:t> | Fetch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2511885" y="3483073"/>
            <a:ext cx="460375" cy="552450"/>
          </a:xfrm>
          <a:prstGeom prst="rect">
            <a:avLst/>
          </a:prstGeom>
          <a:noFill/>
        </p:spPr>
        <p:txBody>
          <a:bodyPr vert="eaVert" wrap="none">
            <a:spAutoFit/>
          </a:bodyPr>
          <a:lstStyle/>
          <a:p>
            <a:pPr eaLnBrk="1" hangingPunct="1">
              <a:defRPr/>
            </a:pPr>
            <a:r>
              <a:rPr lang="zh-TW" altLang="en-US" dirty="0">
                <a:solidFill>
                  <a:schemeClr val="accent4">
                    <a:lumMod val="50000"/>
                  </a:schemeClr>
                </a:solidFill>
                <a:latin typeface="Arial" charset="0"/>
                <a:ea typeface="新細明體" charset="-120"/>
              </a:rPr>
              <a:t>顯示</a:t>
            </a:r>
          </a:p>
        </p:txBody>
      </p:sp>
      <p:sp>
        <p:nvSpPr>
          <p:cNvPr id="13" name="文字方塊 12"/>
          <p:cNvSpPr txBox="1"/>
          <p:nvPr/>
        </p:nvSpPr>
        <p:spPr>
          <a:xfrm>
            <a:off x="1834022" y="3483073"/>
            <a:ext cx="461963" cy="552450"/>
          </a:xfrm>
          <a:prstGeom prst="rect">
            <a:avLst/>
          </a:prstGeom>
          <a:noFill/>
        </p:spPr>
        <p:txBody>
          <a:bodyPr vert="eaVert" wrap="none">
            <a:spAutoFit/>
          </a:bodyPr>
          <a:lstStyle/>
          <a:p>
            <a:pPr eaLnBrk="1" hangingPunct="1">
              <a:defRPr/>
            </a:pPr>
            <a:r>
              <a:rPr lang="zh-TW" altLang="en-US" dirty="0">
                <a:solidFill>
                  <a:schemeClr val="accent4">
                    <a:lumMod val="50000"/>
                  </a:schemeClr>
                </a:solidFill>
                <a:latin typeface="Arial" charset="0"/>
                <a:ea typeface="新細明體" charset="-120"/>
              </a:rPr>
              <a:t>執行</a:t>
            </a:r>
          </a:p>
        </p:txBody>
      </p:sp>
      <p:cxnSp>
        <p:nvCxnSpPr>
          <p:cNvPr id="14" name="直線單箭頭接點 13"/>
          <p:cNvCxnSpPr/>
          <p:nvPr/>
        </p:nvCxnSpPr>
        <p:spPr>
          <a:xfrm>
            <a:off x="4312110" y="5065811"/>
            <a:ext cx="17272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 flipH="1" flipV="1">
            <a:off x="4312110" y="5346798"/>
            <a:ext cx="1727200" cy="793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33"/>
          <p:cNvSpPr txBox="1">
            <a:spLocks noChangeArrowheads="1"/>
          </p:cNvSpPr>
          <p:nvPr/>
        </p:nvSpPr>
        <p:spPr bwMode="auto">
          <a:xfrm>
            <a:off x="4383547" y="4348261"/>
            <a:ext cx="165893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 b="1">
                <a:solidFill>
                  <a:srgbClr val="C00000"/>
                </a:solidFill>
                <a:latin typeface="Arial" panose="020B0604020202020204" pitchFamily="34" charset="0"/>
              </a:rPr>
              <a:t>GET</a:t>
            </a:r>
            <a:r>
              <a:rPr lang="zh-TW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 </a:t>
            </a:r>
            <a:r>
              <a:rPr lang="en-US" altLang="zh-TW" sz="1800" b="1">
                <a:solidFill>
                  <a:srgbClr val="C00000"/>
                </a:solidFill>
                <a:latin typeface="Arial" panose="020B0604020202020204" pitchFamily="34" charset="0"/>
              </a:rPr>
              <a:t>or</a:t>
            </a:r>
            <a:r>
              <a:rPr lang="zh-TW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 </a:t>
            </a:r>
            <a:r>
              <a:rPr lang="en-US" altLang="zh-TW" sz="1800" b="1">
                <a:solidFill>
                  <a:srgbClr val="C00000"/>
                </a:solidFill>
                <a:latin typeface="Arial" panose="020B0604020202020204" pitchFamily="34" charset="0"/>
              </a:rPr>
              <a:t>POST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1800">
                <a:latin typeface="Arial" panose="020B0604020202020204" pitchFamily="34" charset="0"/>
              </a:rPr>
              <a:t>要求</a:t>
            </a:r>
            <a:r>
              <a:rPr lang="en-US" altLang="zh-TW" sz="1800">
                <a:latin typeface="Arial" panose="020B0604020202020204" pitchFamily="34" charset="0"/>
              </a:rPr>
              <a:t>(Request)</a:t>
            </a:r>
            <a:endParaRPr lang="zh-TW" altLang="en-US" sz="1800">
              <a:latin typeface="Arial" panose="020B0604020202020204" pitchFamily="34" charset="0"/>
            </a:endParaRPr>
          </a:p>
        </p:txBody>
      </p:sp>
      <p:sp>
        <p:nvSpPr>
          <p:cNvPr id="17" name="文字方塊 34"/>
          <p:cNvSpPr txBox="1">
            <a:spLocks noChangeArrowheads="1"/>
          </p:cNvSpPr>
          <p:nvPr/>
        </p:nvSpPr>
        <p:spPr bwMode="auto">
          <a:xfrm>
            <a:off x="4239085" y="5354736"/>
            <a:ext cx="26860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1800" dirty="0">
                <a:latin typeface="Arial" panose="020B0604020202020204" pitchFamily="34" charset="0"/>
              </a:rPr>
              <a:t>回應</a:t>
            </a:r>
            <a:r>
              <a:rPr lang="en-US" altLang="zh-TW" sz="1800" dirty="0">
                <a:latin typeface="Arial" panose="020B0604020202020204" pitchFamily="34" charset="0"/>
              </a:rPr>
              <a:t>(Response)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1800" b="1" dirty="0">
                <a:solidFill>
                  <a:srgbClr val="C00000"/>
                </a:solidFill>
                <a:latin typeface="Arial" panose="020B0604020202020204" pitchFamily="34" charset="0"/>
              </a:rPr>
              <a:t>回應字串、</a:t>
            </a:r>
            <a:r>
              <a:rPr lang="en-US" altLang="zh-TW" sz="1800" b="1" dirty="0">
                <a:solidFill>
                  <a:srgbClr val="C00000"/>
                </a:solidFill>
                <a:latin typeface="Arial" panose="020B0604020202020204" pitchFamily="34" charset="0"/>
              </a:rPr>
              <a:t>XML</a:t>
            </a:r>
            <a:r>
              <a:rPr lang="zh-TW" altLang="en-US" sz="1800" b="1" dirty="0">
                <a:solidFill>
                  <a:srgbClr val="C00000"/>
                </a:solidFill>
                <a:latin typeface="Arial" panose="020B0604020202020204" pitchFamily="34" charset="0"/>
              </a:rPr>
              <a:t>、</a:t>
            </a:r>
            <a:r>
              <a:rPr lang="en-US" altLang="zh-TW" sz="1800" b="1" dirty="0">
                <a:solidFill>
                  <a:srgbClr val="C00000"/>
                </a:solidFill>
                <a:latin typeface="Arial" panose="020B0604020202020204" pitchFamily="34" charset="0"/>
              </a:rPr>
              <a:t>JSON</a:t>
            </a:r>
            <a:endParaRPr lang="zh-TW" altLang="en-US" sz="1800" b="1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pic>
        <p:nvPicPr>
          <p:cNvPr id="18" name="Picture 6" descr="http://www.smecloud.in/catalog/view/theme/default/stylesheet/howitworks/icon/db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5615" y="3483073"/>
            <a:ext cx="146685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文字方塊 10"/>
          <p:cNvSpPr txBox="1">
            <a:spLocks noChangeArrowheads="1"/>
          </p:cNvSpPr>
          <p:nvPr/>
        </p:nvSpPr>
        <p:spPr bwMode="auto">
          <a:xfrm>
            <a:off x="9411160" y="5281711"/>
            <a:ext cx="8763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1800">
                <a:latin typeface="Arial" panose="020B0604020202020204" pitchFamily="34" charset="0"/>
              </a:rPr>
              <a:t>資料庫</a:t>
            </a:r>
          </a:p>
        </p:txBody>
      </p:sp>
      <p:sp>
        <p:nvSpPr>
          <p:cNvPr id="20" name="矩形 19"/>
          <p:cNvSpPr/>
          <p:nvPr/>
        </p:nvSpPr>
        <p:spPr>
          <a:xfrm>
            <a:off x="1503822" y="1465361"/>
            <a:ext cx="2808288" cy="417671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6039310" y="1465361"/>
            <a:ext cx="4897437" cy="417671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22" name="文字方塊 54"/>
          <p:cNvSpPr txBox="1">
            <a:spLocks noChangeArrowheads="1"/>
          </p:cNvSpPr>
          <p:nvPr/>
        </p:nvSpPr>
        <p:spPr bwMode="auto">
          <a:xfrm>
            <a:off x="2438860" y="5715098"/>
            <a:ext cx="10699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Client </a:t>
            </a:r>
            <a:r>
              <a:rPr lang="zh-TW" altLang="en-US" sz="1800">
                <a:latin typeface="Arial" panose="020B0604020202020204" pitchFamily="34" charset="0"/>
              </a:rPr>
              <a:t>端</a:t>
            </a:r>
          </a:p>
        </p:txBody>
      </p:sp>
      <p:sp>
        <p:nvSpPr>
          <p:cNvPr id="23" name="文字方塊 55"/>
          <p:cNvSpPr txBox="1">
            <a:spLocks noChangeArrowheads="1"/>
          </p:cNvSpPr>
          <p:nvPr/>
        </p:nvSpPr>
        <p:spPr bwMode="auto">
          <a:xfrm>
            <a:off x="8199897" y="5715098"/>
            <a:ext cx="11588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Server </a:t>
            </a:r>
            <a:r>
              <a:rPr lang="zh-TW" altLang="en-US" sz="1800">
                <a:latin typeface="Arial" panose="020B0604020202020204" pitchFamily="34" charset="0"/>
              </a:rPr>
              <a:t>端</a:t>
            </a:r>
          </a:p>
        </p:txBody>
      </p:sp>
      <p:sp>
        <p:nvSpPr>
          <p:cNvPr id="24" name="矩形 23"/>
          <p:cNvSpPr/>
          <p:nvPr/>
        </p:nvSpPr>
        <p:spPr>
          <a:xfrm>
            <a:off x="7483140" y="1686817"/>
            <a:ext cx="1433513" cy="57626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dirty="0"/>
              <a:t>Flask</a:t>
            </a:r>
            <a:endParaRPr lang="zh-TW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7483140" y="2879823"/>
            <a:ext cx="1433513" cy="57626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dirty="0"/>
              <a:t>Flask-RESTful</a:t>
            </a:r>
            <a:endParaRPr lang="zh-TW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1719722" y="4057748"/>
            <a:ext cx="1633538" cy="57626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dirty="0"/>
              <a:t>JavaScript </a:t>
            </a:r>
          </a:p>
          <a:p>
            <a:pPr algn="ctr" eaLnBrk="1" hangingPunct="1">
              <a:defRPr/>
            </a:pPr>
            <a:r>
              <a:rPr lang="zh-TW" altLang="en-US" dirty="0"/>
              <a:t>函式庫</a:t>
            </a:r>
            <a:r>
              <a:rPr lang="en-US" altLang="zh-TW" dirty="0"/>
              <a:t>(Library)</a:t>
            </a:r>
            <a:endParaRPr lang="zh-TW" altLang="en-US" dirty="0"/>
          </a:p>
        </p:txBody>
      </p:sp>
      <p:cxnSp>
        <p:nvCxnSpPr>
          <p:cNvPr id="30" name="直線單箭頭接點 29"/>
          <p:cNvCxnSpPr/>
          <p:nvPr/>
        </p:nvCxnSpPr>
        <p:spPr>
          <a:xfrm>
            <a:off x="3591385" y="3338611"/>
            <a:ext cx="0" cy="15843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 flipV="1">
            <a:off x="3880310" y="3338611"/>
            <a:ext cx="0" cy="15843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3850147" y="3483073"/>
            <a:ext cx="461963" cy="552450"/>
          </a:xfrm>
          <a:prstGeom prst="rect">
            <a:avLst/>
          </a:prstGeom>
          <a:noFill/>
        </p:spPr>
        <p:txBody>
          <a:bodyPr vert="eaVert" wrap="none">
            <a:spAutoFit/>
          </a:bodyPr>
          <a:lstStyle/>
          <a:p>
            <a:pPr eaLnBrk="1" hangingPunct="1">
              <a:defRPr/>
            </a:pPr>
            <a:r>
              <a:rPr lang="zh-TW" altLang="en-US" dirty="0">
                <a:solidFill>
                  <a:schemeClr val="accent4">
                    <a:lumMod val="50000"/>
                  </a:schemeClr>
                </a:solidFill>
                <a:latin typeface="Arial" charset="0"/>
                <a:ea typeface="新細明體" charset="-120"/>
              </a:rPr>
              <a:t>顯示</a:t>
            </a:r>
          </a:p>
        </p:txBody>
      </p:sp>
      <p:sp>
        <p:nvSpPr>
          <p:cNvPr id="33" name="文字方塊 32"/>
          <p:cNvSpPr txBox="1"/>
          <p:nvPr/>
        </p:nvSpPr>
        <p:spPr>
          <a:xfrm>
            <a:off x="3231022" y="3483073"/>
            <a:ext cx="461963" cy="552450"/>
          </a:xfrm>
          <a:prstGeom prst="rect">
            <a:avLst/>
          </a:prstGeom>
          <a:noFill/>
        </p:spPr>
        <p:txBody>
          <a:bodyPr vert="eaVert" wrap="none">
            <a:spAutoFit/>
          </a:bodyPr>
          <a:lstStyle/>
          <a:p>
            <a:pPr eaLnBrk="1" hangingPunct="1">
              <a:defRPr/>
            </a:pPr>
            <a:r>
              <a:rPr lang="zh-TW" altLang="en-US" dirty="0">
                <a:solidFill>
                  <a:schemeClr val="accent4">
                    <a:lumMod val="50000"/>
                  </a:schemeClr>
                </a:solidFill>
                <a:latin typeface="Arial" charset="0"/>
                <a:ea typeface="新細明體" charset="-120"/>
              </a:rPr>
              <a:t>執行</a:t>
            </a:r>
          </a:p>
        </p:txBody>
      </p:sp>
      <p:cxnSp>
        <p:nvCxnSpPr>
          <p:cNvPr id="34" name="直線單箭頭接點 33"/>
          <p:cNvCxnSpPr/>
          <p:nvPr/>
        </p:nvCxnSpPr>
        <p:spPr>
          <a:xfrm>
            <a:off x="2222960" y="4634011"/>
            <a:ext cx="0" cy="2889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 flipV="1">
            <a:off x="2583322" y="4634011"/>
            <a:ext cx="0" cy="2889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/>
          <p:cNvSpPr/>
          <p:nvPr/>
        </p:nvSpPr>
        <p:spPr>
          <a:xfrm>
            <a:off x="1102937" y="6010373"/>
            <a:ext cx="3918786" cy="558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zh-TW" altLang="en-US" sz="1800" dirty="0">
                <a:solidFill>
                  <a:srgbClr val="000000"/>
                </a:solidFill>
              </a:rPr>
              <a:t>接收資料後，更新網頁上的</a:t>
            </a:r>
            <a:r>
              <a:rPr lang="zh-TW" altLang="en-US" sz="1800" b="1" dirty="0">
                <a:solidFill>
                  <a:srgbClr val="FF0000"/>
                </a:solidFill>
              </a:rPr>
              <a:t>部分內容</a:t>
            </a:r>
          </a:p>
        </p:txBody>
      </p:sp>
      <p:sp>
        <p:nvSpPr>
          <p:cNvPr id="50" name="矩形 49"/>
          <p:cNvSpPr/>
          <p:nvPr/>
        </p:nvSpPr>
        <p:spPr>
          <a:xfrm>
            <a:off x="4580397" y="3735486"/>
            <a:ext cx="1028700" cy="5413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zh-TW" altLang="en-US" sz="1800">
                <a:solidFill>
                  <a:srgbClr val="000000"/>
                </a:solidFill>
              </a:rPr>
              <a:t>非同步</a:t>
            </a:r>
          </a:p>
        </p:txBody>
      </p:sp>
      <p:cxnSp>
        <p:nvCxnSpPr>
          <p:cNvPr id="51" name="接點: 肘形 50">
            <a:extLst>
              <a:ext uri="{FF2B5EF4-FFF2-40B4-BE49-F238E27FC236}">
                <a16:creationId xmlns:a16="http://schemas.microsoft.com/office/drawing/2014/main" id="{36E00BC5-F46C-3331-87A5-47F195A11C39}"/>
              </a:ext>
            </a:extLst>
          </p:cNvPr>
          <p:cNvCxnSpPr>
            <a:stCxn id="5" idx="0"/>
            <a:endCxn id="24" idx="1"/>
          </p:cNvCxnSpPr>
          <p:nvPr/>
        </p:nvCxnSpPr>
        <p:spPr>
          <a:xfrm rot="5400000" flipH="1" flipV="1">
            <a:off x="6262750" y="2334122"/>
            <a:ext cx="1579563" cy="861217"/>
          </a:xfrm>
          <a:prstGeom prst="bentConnector2">
            <a:avLst/>
          </a:prstGeom>
          <a:ln w="381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接點: 肘形 51">
            <a:extLst>
              <a:ext uri="{FF2B5EF4-FFF2-40B4-BE49-F238E27FC236}">
                <a16:creationId xmlns:a16="http://schemas.microsoft.com/office/drawing/2014/main" id="{264F9242-A05E-D7D4-0410-12EE9933A447}"/>
              </a:ext>
            </a:extLst>
          </p:cNvPr>
          <p:cNvCxnSpPr>
            <a:cxnSpLocks/>
            <a:stCxn id="5" idx="0"/>
          </p:cNvCxnSpPr>
          <p:nvPr/>
        </p:nvCxnSpPr>
        <p:spPr>
          <a:xfrm rot="5400000" flipH="1" flipV="1">
            <a:off x="6875326" y="2939156"/>
            <a:ext cx="361952" cy="86875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接點: 肘形 53">
            <a:extLst>
              <a:ext uri="{FF2B5EF4-FFF2-40B4-BE49-F238E27FC236}">
                <a16:creationId xmlns:a16="http://schemas.microsoft.com/office/drawing/2014/main" id="{37DC67D3-F58B-36C7-0567-064BCE956EB9}"/>
              </a:ext>
            </a:extLst>
          </p:cNvPr>
          <p:cNvCxnSpPr>
            <a:cxnSpLocks/>
            <a:stCxn id="24" idx="3"/>
            <a:endCxn id="18" idx="0"/>
          </p:cNvCxnSpPr>
          <p:nvPr/>
        </p:nvCxnSpPr>
        <p:spPr>
          <a:xfrm>
            <a:off x="8916653" y="1974948"/>
            <a:ext cx="1052387" cy="1508125"/>
          </a:xfrm>
          <a:prstGeom prst="bentConnector2">
            <a:avLst/>
          </a:prstGeom>
          <a:ln w="381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接點: 肘形 56">
            <a:extLst>
              <a:ext uri="{FF2B5EF4-FFF2-40B4-BE49-F238E27FC236}">
                <a16:creationId xmlns:a16="http://schemas.microsoft.com/office/drawing/2014/main" id="{28F19773-0663-7CC4-9978-C8D085F97743}"/>
              </a:ext>
            </a:extLst>
          </p:cNvPr>
          <p:cNvCxnSpPr>
            <a:cxnSpLocks/>
            <a:stCxn id="28" idx="3"/>
            <a:endCxn id="18" idx="0"/>
          </p:cNvCxnSpPr>
          <p:nvPr/>
        </p:nvCxnSpPr>
        <p:spPr>
          <a:xfrm>
            <a:off x="8916653" y="3167954"/>
            <a:ext cx="1052387" cy="315119"/>
          </a:xfrm>
          <a:prstGeom prst="bentConnector2">
            <a:avLst/>
          </a:prstGeom>
          <a:ln w="3810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圖片 24">
            <a:extLst>
              <a:ext uri="{FF2B5EF4-FFF2-40B4-BE49-F238E27FC236}">
                <a16:creationId xmlns:a16="http://schemas.microsoft.com/office/drawing/2014/main" id="{495ABAF7-B92B-681B-D0EF-D0F2D0FA50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2278" y="4057748"/>
            <a:ext cx="1514477" cy="1009651"/>
          </a:xfrm>
          <a:prstGeom prst="rect">
            <a:avLst/>
          </a:prstGeom>
        </p:spPr>
      </p:pic>
      <p:cxnSp>
        <p:nvCxnSpPr>
          <p:cNvPr id="38" name="接點: 肘形 37">
            <a:extLst>
              <a:ext uri="{FF2B5EF4-FFF2-40B4-BE49-F238E27FC236}">
                <a16:creationId xmlns:a16="http://schemas.microsoft.com/office/drawing/2014/main" id="{BE48572C-7C38-59BA-8E89-C56D4956B2CC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8957010" y="3167954"/>
            <a:ext cx="2272507" cy="889794"/>
          </a:xfrm>
          <a:prstGeom prst="bentConnector2">
            <a:avLst/>
          </a:prstGeom>
          <a:ln w="3810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2561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DCACF8-4068-5EF4-A81D-0772351FC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即時性網頁開發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D1D4A22-774C-1E99-9DF0-4F3E3A758F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8</a:t>
            </a:fld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BB865C67-6F5E-1A1B-1ABD-C41F2BDC6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421" y="631286"/>
            <a:ext cx="10803377" cy="6354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816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HTTP </a:t>
            </a:r>
            <a:r>
              <a:rPr lang="zh-TW" altLang="en-US" dirty="0"/>
              <a:t>通訊協定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9</a:t>
            </a:fld>
            <a:endParaRPr lang="zh-TW" alt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9042" y="864771"/>
            <a:ext cx="9222059" cy="571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1912371" y="6488668"/>
            <a:ext cx="8915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dirty="0"/>
              <a:t>https://zh.wikipedia.org/wiki/HTTP%E5%A4%B4%E5%AD%97%E6%AE%B5</a:t>
            </a:r>
          </a:p>
        </p:txBody>
      </p:sp>
    </p:spTree>
    <p:extLst>
      <p:ext uri="{BB962C8B-B14F-4D97-AF65-F5344CB8AC3E}">
        <p14:creationId xmlns:p14="http://schemas.microsoft.com/office/powerpoint/2010/main" val="2696759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AJAX </a:t>
            </a:r>
            <a:r>
              <a:rPr lang="zh-TW" altLang="en-US" dirty="0"/>
              <a:t>的由來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/>
              <a:t>Ajax</a:t>
            </a:r>
            <a:r>
              <a:rPr lang="zh-TW" altLang="en-US" dirty="0"/>
              <a:t>的概念在 </a:t>
            </a:r>
            <a:r>
              <a:rPr lang="en-US" altLang="zh-TW" dirty="0"/>
              <a:t>2005/2/18 Jesse James Garrett </a:t>
            </a:r>
            <a:r>
              <a:rPr lang="zh-TW" altLang="en-US" dirty="0"/>
              <a:t>所提出</a:t>
            </a:r>
            <a:endParaRPr lang="en-US" altLang="zh-TW" dirty="0"/>
          </a:p>
          <a:p>
            <a:pPr lvl="1"/>
            <a:r>
              <a:rPr lang="en-US" altLang="zh-TW" dirty="0">
                <a:hlinkClick r:id="rId3"/>
              </a:rPr>
              <a:t>https://web.archive.org/web/20061107032631/http://www.adaptivepath.com/publications/essays/archives/000385.php</a:t>
            </a:r>
            <a:endParaRPr lang="en-US" altLang="zh-TW" dirty="0"/>
          </a:p>
          <a:p>
            <a:pPr lvl="1"/>
            <a:r>
              <a:rPr lang="zh-TW" altLang="en-US" dirty="0"/>
              <a:t>這篇文章中以 </a:t>
            </a:r>
            <a:r>
              <a:rPr lang="en-US" altLang="zh-TW" dirty="0"/>
              <a:t>Google Suggest </a:t>
            </a:r>
            <a:r>
              <a:rPr lang="zh-TW" altLang="en-US" dirty="0"/>
              <a:t>以及 </a:t>
            </a:r>
            <a:r>
              <a:rPr lang="en-US" altLang="zh-TW" dirty="0"/>
              <a:t>Google Map </a:t>
            </a:r>
            <a:r>
              <a:rPr lang="zh-TW" altLang="en-US" dirty="0"/>
              <a:t>為例告訴你，這樣的運用就是 </a:t>
            </a:r>
            <a:r>
              <a:rPr lang="en-US" altLang="zh-TW" dirty="0"/>
              <a:t>AJAX</a:t>
            </a:r>
          </a:p>
          <a:p>
            <a:pPr lvl="1"/>
            <a:r>
              <a:rPr lang="en-US" altLang="zh-TW" b="1" dirty="0">
                <a:solidFill>
                  <a:srgbClr val="FF0000"/>
                </a:solidFill>
              </a:rPr>
              <a:t>A</a:t>
            </a:r>
            <a:r>
              <a:rPr lang="en-US" altLang="zh-TW" dirty="0"/>
              <a:t>synchronous(</a:t>
            </a:r>
            <a:r>
              <a:rPr lang="zh-TW" altLang="en-US" dirty="0"/>
              <a:t>非同步</a:t>
            </a:r>
            <a:r>
              <a:rPr lang="en-US" altLang="zh-TW" dirty="0"/>
              <a:t>) </a:t>
            </a:r>
            <a:r>
              <a:rPr lang="en-US" altLang="zh-TW" b="1" dirty="0">
                <a:solidFill>
                  <a:srgbClr val="FF0000"/>
                </a:solidFill>
              </a:rPr>
              <a:t>J</a:t>
            </a:r>
            <a:r>
              <a:rPr lang="en-US" altLang="zh-TW" dirty="0"/>
              <a:t>avaScript </a:t>
            </a:r>
            <a:r>
              <a:rPr lang="en-US" altLang="zh-TW" b="1" dirty="0">
                <a:solidFill>
                  <a:srgbClr val="FF0000"/>
                </a:solidFill>
              </a:rPr>
              <a:t>A</a:t>
            </a:r>
            <a:r>
              <a:rPr lang="en-US" altLang="zh-TW" dirty="0"/>
              <a:t>nd </a:t>
            </a:r>
            <a:r>
              <a:rPr lang="en-US" altLang="zh-TW" b="1" dirty="0">
                <a:solidFill>
                  <a:srgbClr val="FF0000"/>
                </a:solidFill>
              </a:rPr>
              <a:t>X</a:t>
            </a:r>
            <a:r>
              <a:rPr lang="en-US" altLang="zh-TW" dirty="0"/>
              <a:t>ML</a:t>
            </a:r>
          </a:p>
          <a:p>
            <a:endParaRPr lang="en-US" altLang="zh-TW" dirty="0">
              <a:hlinkClick r:id="rId3"/>
            </a:endParaRP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10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6995" y="4492144"/>
            <a:ext cx="4821277" cy="226883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587399" y="5758366"/>
            <a:ext cx="54586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圖片來自：</a:t>
            </a:r>
            <a:r>
              <a:rPr lang="en-US" altLang="zh-TW" dirty="0"/>
              <a:t>https://www.azquotes.com/quote/794357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47171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AJAX </a:t>
            </a:r>
            <a:r>
              <a:rPr lang="zh-TW" altLang="en-US" dirty="0"/>
              <a:t>的定義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TW" altLang="en-US" dirty="0"/>
              <a:t>不是一個技術</a:t>
            </a:r>
          </a:p>
          <a:p>
            <a:r>
              <a:rPr lang="zh-TW" altLang="en-US" dirty="0"/>
              <a:t>是多個技術組合而成的運用</a:t>
            </a:r>
          </a:p>
          <a:p>
            <a:pPr lvl="1"/>
            <a:r>
              <a:rPr lang="zh-TW" altLang="en-US" dirty="0"/>
              <a:t>使用標準的 </a:t>
            </a:r>
            <a:r>
              <a:rPr lang="en-US" altLang="zh-TW" dirty="0"/>
              <a:t>XHTML</a:t>
            </a:r>
            <a:r>
              <a:rPr lang="zh-TW" altLang="en-US" dirty="0"/>
              <a:t>，</a:t>
            </a:r>
            <a:r>
              <a:rPr lang="en-US" altLang="zh-TW" dirty="0"/>
              <a:t>CSS </a:t>
            </a:r>
            <a:r>
              <a:rPr lang="zh-TW" altLang="en-US" dirty="0"/>
              <a:t>來顯示資料 </a:t>
            </a:r>
          </a:p>
          <a:p>
            <a:pPr lvl="1"/>
            <a:r>
              <a:rPr lang="zh-TW" altLang="en-US" dirty="0"/>
              <a:t>使用 </a:t>
            </a:r>
            <a:r>
              <a:rPr lang="en-US" altLang="zh-TW" dirty="0"/>
              <a:t>Document Object Model </a:t>
            </a:r>
            <a:r>
              <a:rPr lang="zh-TW" altLang="en-US" dirty="0"/>
              <a:t>的技術與使用者互動</a:t>
            </a:r>
          </a:p>
          <a:p>
            <a:pPr lvl="1"/>
            <a:r>
              <a:rPr lang="zh-TW" altLang="en-US" dirty="0"/>
              <a:t>使用 </a:t>
            </a:r>
            <a:r>
              <a:rPr lang="en-US" altLang="zh-TW" dirty="0"/>
              <a:t>XML</a:t>
            </a:r>
            <a:r>
              <a:rPr lang="zh-TW" altLang="en-US" dirty="0"/>
              <a:t>及</a:t>
            </a:r>
            <a:r>
              <a:rPr lang="en-US" altLang="zh-TW" dirty="0"/>
              <a:t>XSLT </a:t>
            </a:r>
            <a:r>
              <a:rPr lang="zh-TW" altLang="en-US" dirty="0"/>
              <a:t>交換及傳遞資料 </a:t>
            </a:r>
          </a:p>
          <a:p>
            <a:pPr lvl="1"/>
            <a:r>
              <a:rPr lang="zh-TW" altLang="en-US" dirty="0"/>
              <a:t>使用 </a:t>
            </a:r>
            <a:r>
              <a:rPr lang="en-US" altLang="zh-TW" dirty="0" err="1"/>
              <a:t>XMLHttpRequest</a:t>
            </a:r>
            <a:r>
              <a:rPr lang="zh-TW" altLang="en-US" dirty="0"/>
              <a:t>非同步的取得資料</a:t>
            </a:r>
          </a:p>
          <a:p>
            <a:pPr lvl="1"/>
            <a:r>
              <a:rPr lang="zh-TW" altLang="en-US" dirty="0"/>
              <a:t>使用 </a:t>
            </a:r>
            <a:r>
              <a:rPr lang="en-US" altLang="zh-TW" dirty="0"/>
              <a:t>JavaScript </a:t>
            </a:r>
            <a:r>
              <a:rPr lang="zh-TW" altLang="en-US" dirty="0"/>
              <a:t>整合所有技術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9842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AJAX </a:t>
            </a:r>
            <a:r>
              <a:rPr lang="zh-TW" altLang="en-US" dirty="0"/>
              <a:t>的優點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TW" altLang="en-US" dirty="0"/>
              <a:t>不需要切換頁面，可以快速改變頁面</a:t>
            </a:r>
          </a:p>
          <a:p>
            <a:r>
              <a:rPr lang="zh-TW" altLang="en-US" dirty="0"/>
              <a:t>可使用不需等待伺服器的非同步請求</a:t>
            </a:r>
          </a:p>
          <a:p>
            <a:r>
              <a:rPr lang="zh-TW" altLang="en-US" dirty="0"/>
              <a:t>可將伺服器端的程式搬到客戶端進行</a:t>
            </a:r>
          </a:p>
          <a:p>
            <a:r>
              <a:rPr lang="zh-TW" altLang="en-US" dirty="0"/>
              <a:t>減少資料傳輸數量</a:t>
            </a:r>
          </a:p>
          <a:p>
            <a:r>
              <a:rPr lang="zh-TW" altLang="en-US" dirty="0"/>
              <a:t>高即時互動性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3383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同步的網站運作模式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13</a:t>
            </a:fld>
            <a:endParaRPr lang="zh-TW" altLang="en-US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433" y="1136112"/>
            <a:ext cx="7634217" cy="4930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6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32"/>
          <a:stretch/>
        </p:blipFill>
        <p:spPr bwMode="auto">
          <a:xfrm>
            <a:off x="8399577" y="1136112"/>
            <a:ext cx="3199548" cy="4816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0753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非同步的網站運作模式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14</a:t>
            </a:fld>
            <a:endParaRPr lang="zh-TW" altLang="en-US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072" y="1231357"/>
            <a:ext cx="8001024" cy="48595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2583" y="1231358"/>
            <a:ext cx="2541730" cy="48595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6185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AJAX </a:t>
            </a:r>
            <a:r>
              <a:rPr lang="zh-TW" altLang="en-US" dirty="0"/>
              <a:t>的建立方式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TW" altLang="en-US" dirty="0"/>
              <a:t>完全手工自己打造</a:t>
            </a:r>
            <a:r>
              <a:rPr lang="en-US" altLang="zh-TW" dirty="0"/>
              <a:t>AJAX</a:t>
            </a:r>
          </a:p>
          <a:p>
            <a:pPr lvl="1"/>
            <a:r>
              <a:rPr lang="en-US" altLang="zh-TW" dirty="0"/>
              <a:t>JavaScript + DOM + </a:t>
            </a:r>
            <a:r>
              <a:rPr lang="en-US" altLang="zh-TW" dirty="0" err="1"/>
              <a:t>XMLHTTPRequest</a:t>
            </a:r>
            <a:r>
              <a:rPr lang="en-US" altLang="zh-TW" dirty="0"/>
              <a:t> | fetch()</a:t>
            </a:r>
          </a:p>
          <a:p>
            <a:pPr lvl="1"/>
            <a:r>
              <a:rPr lang="zh-TW" altLang="en-US" dirty="0"/>
              <a:t>但可能對大多數人而言太困難也太耗時</a:t>
            </a:r>
            <a:br>
              <a:rPr lang="zh-TW" altLang="en-US" dirty="0"/>
            </a:br>
            <a:endParaRPr lang="zh-TW" altLang="en-US" dirty="0"/>
          </a:p>
          <a:p>
            <a:r>
              <a:rPr lang="zh-TW" altLang="en-US" dirty="0"/>
              <a:t>使用</a:t>
            </a:r>
            <a:r>
              <a:rPr lang="en-US" altLang="zh-TW" dirty="0"/>
              <a:t>AJAX</a:t>
            </a:r>
            <a:r>
              <a:rPr lang="zh-TW" altLang="en-US" dirty="0"/>
              <a:t>現成函式庫</a:t>
            </a:r>
          </a:p>
          <a:p>
            <a:pPr lvl="1"/>
            <a:r>
              <a:rPr lang="zh-TW" altLang="en-US" dirty="0"/>
              <a:t>熟悉函式庫，所提供的功能</a:t>
            </a:r>
          </a:p>
          <a:p>
            <a:pPr lvl="1"/>
            <a:r>
              <a:rPr lang="zh-TW" altLang="en-US" dirty="0"/>
              <a:t>建置簡單，快速容易</a:t>
            </a:r>
          </a:p>
          <a:p>
            <a:pPr lvl="1"/>
            <a:r>
              <a:rPr lang="zh-TW" altLang="en-US" dirty="0"/>
              <a:t>熱門函式庫</a:t>
            </a:r>
          </a:p>
          <a:p>
            <a:pPr lvl="2"/>
            <a:r>
              <a:rPr lang="en-US" altLang="zh-TW" dirty="0"/>
              <a:t>jQuery</a:t>
            </a:r>
          </a:p>
          <a:p>
            <a:pPr lvl="2"/>
            <a:r>
              <a:rPr lang="en-US" altLang="zh-TW" dirty="0" err="1"/>
              <a:t>Axios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4585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28666E27-A1D4-79C3-208B-9289FBCE0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想想看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5F74ABDE-27BB-7ACA-A3AE-6E27B11D71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/>
              <a:t>網頁開發時，什麼時候會用 </a:t>
            </a:r>
            <a:r>
              <a:rPr lang="en-US" altLang="zh-TW" dirty="0"/>
              <a:t>Flask</a:t>
            </a:r>
            <a:r>
              <a:rPr lang="zh-TW" altLang="en-US" dirty="0"/>
              <a:t>的技術</a:t>
            </a:r>
            <a:r>
              <a:rPr lang="en-US" altLang="zh-TW" dirty="0"/>
              <a:t>?</a:t>
            </a:r>
            <a:r>
              <a:rPr lang="zh-TW" altLang="en-US" dirty="0"/>
              <a:t>什麼時候會用 </a:t>
            </a:r>
            <a:r>
              <a:rPr lang="en-US" altLang="zh-TW" dirty="0"/>
              <a:t>Ajax</a:t>
            </a:r>
            <a:r>
              <a:rPr lang="zh-TW" altLang="en-US" dirty="0"/>
              <a:t> 技術</a:t>
            </a:r>
            <a:r>
              <a:rPr lang="en-US" altLang="zh-TW" dirty="0"/>
              <a:t>?</a:t>
            </a:r>
            <a:r>
              <a:rPr lang="zh-TW" altLang="en-US" dirty="0"/>
              <a:t>甚麼時候會用到</a:t>
            </a:r>
            <a:r>
              <a:rPr lang="en-US" altLang="zh-TW" dirty="0"/>
              <a:t>SSE?</a:t>
            </a:r>
            <a:r>
              <a:rPr lang="zh-TW" altLang="en-US" dirty="0"/>
              <a:t>甚麼時候會用到 </a:t>
            </a:r>
            <a:r>
              <a:rPr lang="en-US" altLang="zh-TW" dirty="0"/>
              <a:t>WebSocket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90C0A1B-0185-C536-D73F-F35CBD13BA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66863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BB221-D499-6403-3853-C9C4302AF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4AD0C90-EDD5-9C0F-1960-1D1639FB4E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66606" y="6317760"/>
            <a:ext cx="381027" cy="365125"/>
          </a:xfrm>
        </p:spPr>
        <p:txBody>
          <a:bodyPr/>
          <a:lstStyle/>
          <a:p>
            <a:r>
              <a:rPr lang="en-US" altLang="zh-TW" dirty="0"/>
              <a:t>17</a:t>
            </a:r>
            <a:endParaRPr lang="zh-TW" altLang="en-US" dirty="0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474393B4-51C2-0FE5-964B-768F3A1C9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你喜歡哪一段程式碼？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EB8D3EE0-68AA-B7CB-8E38-73A20251B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23" y="1597777"/>
            <a:ext cx="3920019" cy="444088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蒸蛋</a:t>
            </a:r>
            <a:r>
              <a:rPr lang="en-US" altLang="zh-TW" sz="2400" dirty="0">
                <a:latin typeface="Arial" panose="020B0604020202020204" pitchFamily="34" charset="0"/>
              </a:rPr>
              <a:t>(()</a:t>
            </a:r>
            <a:r>
              <a:rPr lang="zh-TW" altLang="en-US" sz="2400" dirty="0">
                <a:latin typeface="Arial" panose="020B0604020202020204" pitchFamily="34" charset="0"/>
              </a:rPr>
              <a:t> </a:t>
            </a:r>
            <a:r>
              <a:rPr lang="en-US" altLang="zh-TW" sz="2400" dirty="0">
                <a:latin typeface="Arial" panose="020B0604020202020204" pitchFamily="34" charset="0"/>
              </a:rPr>
              <a:t>=&gt;</a:t>
            </a:r>
            <a:r>
              <a:rPr lang="zh-TW" altLang="en-US" sz="2400" dirty="0">
                <a:latin typeface="Arial" panose="020B0604020202020204" pitchFamily="34" charset="0"/>
              </a:rPr>
              <a:t> </a:t>
            </a:r>
            <a:r>
              <a:rPr lang="en-US" altLang="zh-TW" sz="2400" dirty="0">
                <a:latin typeface="Arial" panose="020B0604020202020204" pitchFamily="34" charset="0"/>
              </a:rPr>
              <a:t>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</a:t>
            </a:r>
            <a:r>
              <a:rPr lang="zh-TW" altLang="en-US" sz="2400" dirty="0">
                <a:latin typeface="Arial" panose="020B0604020202020204" pitchFamily="34" charset="0"/>
              </a:rPr>
              <a:t> 煮咖啡</a:t>
            </a:r>
            <a:r>
              <a:rPr lang="en-US" altLang="zh-TW" sz="2400" dirty="0">
                <a:latin typeface="Arial" panose="020B0604020202020204" pitchFamily="34" charset="0"/>
              </a:rPr>
              <a:t>(()</a:t>
            </a:r>
            <a:r>
              <a:rPr lang="zh-TW" altLang="en-US" sz="2400" dirty="0">
                <a:latin typeface="Arial" panose="020B0604020202020204" pitchFamily="34" charset="0"/>
              </a:rPr>
              <a:t> </a:t>
            </a:r>
            <a:r>
              <a:rPr lang="en-US" altLang="zh-TW" sz="2400" dirty="0">
                <a:latin typeface="Arial" panose="020B0604020202020204" pitchFamily="34" charset="0"/>
              </a:rPr>
              <a:t>=&gt;</a:t>
            </a:r>
            <a:r>
              <a:rPr lang="zh-TW" altLang="en-US" sz="2400" dirty="0">
                <a:latin typeface="Arial" panose="020B0604020202020204" pitchFamily="34" charset="0"/>
              </a:rPr>
              <a:t> </a:t>
            </a:r>
            <a:r>
              <a:rPr lang="en-US" altLang="zh-TW" sz="2400" dirty="0">
                <a:latin typeface="Arial" panose="020B0604020202020204" pitchFamily="34" charset="0"/>
              </a:rPr>
              <a:t>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</a:t>
            </a:r>
            <a:r>
              <a:rPr lang="zh-TW" altLang="en-US" sz="2400" dirty="0">
                <a:latin typeface="Arial" panose="020B0604020202020204" pitchFamily="34" charset="0"/>
              </a:rPr>
              <a:t>   烤土司</a:t>
            </a:r>
            <a:r>
              <a:rPr lang="en-US" altLang="zh-TW" sz="2400" dirty="0">
                <a:latin typeface="Arial" panose="020B0604020202020204" pitchFamily="34" charset="0"/>
              </a:rPr>
              <a:t>(()</a:t>
            </a:r>
            <a:r>
              <a:rPr lang="zh-TW" altLang="en-US" sz="2400" dirty="0">
                <a:latin typeface="Arial" panose="020B0604020202020204" pitchFamily="34" charset="0"/>
              </a:rPr>
              <a:t> </a:t>
            </a:r>
            <a:r>
              <a:rPr lang="en-US" altLang="zh-TW" sz="2400" dirty="0">
                <a:latin typeface="Arial" panose="020B0604020202020204" pitchFamily="34" charset="0"/>
              </a:rPr>
              <a:t>=&gt;</a:t>
            </a:r>
            <a:r>
              <a:rPr lang="zh-TW" altLang="en-US" sz="2400" dirty="0">
                <a:latin typeface="Arial" panose="020B0604020202020204" pitchFamily="34" charset="0"/>
              </a:rPr>
              <a:t> </a:t>
            </a:r>
            <a:r>
              <a:rPr lang="en-US" altLang="zh-TW" sz="2400" dirty="0">
                <a:latin typeface="Arial" panose="020B0604020202020204" pitchFamily="34" charset="0"/>
              </a:rPr>
              <a:t>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</a:t>
            </a:r>
            <a:r>
              <a:rPr lang="zh-TW" altLang="en-US" sz="2400" dirty="0">
                <a:latin typeface="Arial" panose="020B0604020202020204" pitchFamily="34" charset="0"/>
              </a:rPr>
              <a:t>     吃早餐</a:t>
            </a:r>
            <a:r>
              <a:rPr lang="en-US" altLang="zh-TW" sz="2400" dirty="0">
                <a:latin typeface="Arial" panose="020B0604020202020204" pitchFamily="34" charset="0"/>
              </a:rPr>
              <a:t>()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</a:t>
            </a:r>
            <a:r>
              <a:rPr lang="zh-TW" altLang="en-US" sz="2400" dirty="0">
                <a:latin typeface="Arial" panose="020B0604020202020204" pitchFamily="34" charset="0"/>
              </a:rPr>
              <a:t>   </a:t>
            </a:r>
            <a:r>
              <a:rPr lang="en-US" altLang="zh-TW" sz="2400" dirty="0">
                <a:latin typeface="Arial" panose="020B0604020202020204" pitchFamily="34" charset="0"/>
              </a:rPr>
              <a:t> })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</a:t>
            </a:r>
            <a:r>
              <a:rPr lang="zh-TW" altLang="en-US" sz="2400" dirty="0">
                <a:latin typeface="Arial" panose="020B0604020202020204" pitchFamily="34" charset="0"/>
              </a:rPr>
              <a:t> </a:t>
            </a:r>
            <a:r>
              <a:rPr lang="en-US" altLang="zh-TW" sz="2400" dirty="0">
                <a:latin typeface="Arial" panose="020B0604020202020204" pitchFamily="34" charset="0"/>
              </a:rPr>
              <a:t>})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})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981A7492-D32B-9518-D620-410CC6803A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6257" y="1585421"/>
            <a:ext cx="3839485" cy="445323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蒸蛋</a:t>
            </a:r>
            <a:r>
              <a:rPr lang="en-US" altLang="zh-TW" sz="2400" dirty="0">
                <a:latin typeface="Arial" panose="020B0604020202020204" pitchFamily="34" charset="0"/>
              </a:rPr>
              <a:t>()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.then(() =&gt; </a:t>
            </a:r>
            <a:r>
              <a:rPr lang="zh-TW" altLang="en-US" sz="2400" dirty="0">
                <a:latin typeface="Arial" panose="020B0604020202020204" pitchFamily="34" charset="0"/>
              </a:rPr>
              <a:t>煮咖啡</a:t>
            </a:r>
            <a:r>
              <a:rPr lang="en-US" altLang="zh-TW" sz="2400" dirty="0">
                <a:latin typeface="Arial" panose="020B0604020202020204" pitchFamily="34" charset="0"/>
              </a:rPr>
              <a:t>())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.then(() =&gt; </a:t>
            </a:r>
            <a:r>
              <a:rPr lang="zh-TW" altLang="en-US" sz="2400" dirty="0">
                <a:latin typeface="Arial" panose="020B0604020202020204" pitchFamily="34" charset="0"/>
              </a:rPr>
              <a:t>烤土司</a:t>
            </a:r>
            <a:r>
              <a:rPr lang="en-US" altLang="zh-TW" sz="2400" dirty="0">
                <a:latin typeface="Arial" panose="020B0604020202020204" pitchFamily="34" charset="0"/>
              </a:rPr>
              <a:t>())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.then(() =&gt; </a:t>
            </a:r>
            <a:r>
              <a:rPr lang="zh-TW" altLang="en-US" sz="2400" dirty="0">
                <a:latin typeface="Arial" panose="020B0604020202020204" pitchFamily="34" charset="0"/>
              </a:rPr>
              <a:t>吃早餐</a:t>
            </a:r>
            <a:r>
              <a:rPr lang="en-US" altLang="zh-TW" sz="2400" dirty="0">
                <a:latin typeface="Arial" panose="020B0604020202020204" pitchFamily="34" charset="0"/>
              </a:rPr>
              <a:t>())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.catch(</a:t>
            </a:r>
            <a:r>
              <a:rPr lang="en-US" altLang="zh-TW" sz="2400" dirty="0" err="1">
                <a:latin typeface="Arial" panose="020B0604020202020204" pitchFamily="34" charset="0"/>
              </a:rPr>
              <a:t>handleErr</a:t>
            </a:r>
            <a:r>
              <a:rPr lang="en-US" altLang="zh-TW" sz="2400" dirty="0"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C7B6DAB3-588F-5F0D-9D9F-0504E85DF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0367" y="1585421"/>
            <a:ext cx="3914127" cy="445323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await </a:t>
            </a:r>
            <a:r>
              <a:rPr lang="zh-TW" altLang="en-US" sz="2400" dirty="0">
                <a:latin typeface="Arial" panose="020B0604020202020204" pitchFamily="34" charset="0"/>
              </a:rPr>
              <a:t>蒸蛋</a:t>
            </a:r>
            <a:r>
              <a:rPr lang="en-US" altLang="zh-TW" sz="2400" dirty="0">
                <a:latin typeface="Arial" panose="020B0604020202020204" pitchFamily="34" charset="0"/>
              </a:rPr>
              <a:t>()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await </a:t>
            </a:r>
            <a:r>
              <a:rPr lang="zh-TW" altLang="en-US" sz="2400" dirty="0">
                <a:latin typeface="Arial" panose="020B0604020202020204" pitchFamily="34" charset="0"/>
              </a:rPr>
              <a:t>煮咖啡</a:t>
            </a:r>
            <a:r>
              <a:rPr lang="en-US" altLang="zh-TW" sz="2400" dirty="0">
                <a:latin typeface="Arial" panose="020B0604020202020204" pitchFamily="34" charset="0"/>
              </a:rPr>
              <a:t>()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await </a:t>
            </a:r>
            <a:r>
              <a:rPr lang="zh-TW" altLang="en-US" sz="2400" dirty="0">
                <a:latin typeface="Arial" panose="020B0604020202020204" pitchFamily="34" charset="0"/>
              </a:rPr>
              <a:t>烤土司</a:t>
            </a:r>
            <a:r>
              <a:rPr lang="en-US" altLang="zh-TW" sz="2400" dirty="0">
                <a:latin typeface="Arial" panose="020B0604020202020204" pitchFamily="34" charset="0"/>
              </a:rPr>
              <a:t>()</a:t>
            </a:r>
          </a:p>
          <a:p>
            <a:pPr>
              <a:buFont typeface="Arial" panose="020B0604020202020204" pitchFamily="34" charset="0"/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吃早餐</a:t>
            </a:r>
            <a:r>
              <a:rPr lang="en-US" altLang="zh-TW" sz="2400" dirty="0">
                <a:latin typeface="Arial" panose="020B0604020202020204" pitchFamily="34" charset="0"/>
              </a:rPr>
              <a:t>()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1582E1A-28FF-51B5-97AB-CD271144130C}"/>
              </a:ext>
            </a:extLst>
          </p:cNvPr>
          <p:cNvSpPr/>
          <p:nvPr/>
        </p:nvSpPr>
        <p:spPr>
          <a:xfrm>
            <a:off x="1626688" y="1136112"/>
            <a:ext cx="100540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(A)</a:t>
            </a:r>
            <a:endParaRPr lang="zh-TW" alt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D61F6DF-9164-F0EE-F1A1-5B095A09E774}"/>
              </a:ext>
            </a:extLst>
          </p:cNvPr>
          <p:cNvSpPr/>
          <p:nvPr/>
        </p:nvSpPr>
        <p:spPr>
          <a:xfrm>
            <a:off x="5506440" y="1136112"/>
            <a:ext cx="100540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(B)</a:t>
            </a:r>
            <a:endParaRPr lang="zh-TW" alt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EC74083-9CCE-245E-3EA0-EB5D7D56EF38}"/>
              </a:ext>
            </a:extLst>
          </p:cNvPr>
          <p:cNvSpPr/>
          <p:nvPr/>
        </p:nvSpPr>
        <p:spPr>
          <a:xfrm>
            <a:off x="9470558" y="1136112"/>
            <a:ext cx="100540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(C)</a:t>
            </a:r>
            <a:endParaRPr lang="zh-TW" alt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959239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91C10C-0905-A57E-015F-A1251BE78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FF0000"/>
                </a:solidFill>
              </a:rPr>
              <a:t>同步</a:t>
            </a:r>
            <a:r>
              <a:rPr lang="en-US" altLang="zh-TW" dirty="0"/>
              <a:t> vs </a:t>
            </a:r>
            <a:r>
              <a:rPr lang="zh-TW" altLang="en-US" dirty="0"/>
              <a:t>非同步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D19A8C5-E39E-5300-C199-CEFF2CE531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18</a:t>
            </a:fld>
            <a:endParaRPr lang="zh-TW" altLang="en-US" dirty="0"/>
          </a:p>
        </p:txBody>
      </p:sp>
      <p:graphicFrame>
        <p:nvGraphicFramePr>
          <p:cNvPr id="5" name="資料庫圖表 4">
            <a:extLst>
              <a:ext uri="{FF2B5EF4-FFF2-40B4-BE49-F238E27FC236}">
                <a16:creationId xmlns:a16="http://schemas.microsoft.com/office/drawing/2014/main" id="{65B5048B-330E-CDA5-3FE3-4E6C741FEEE7}"/>
              </a:ext>
            </a:extLst>
          </p:cNvPr>
          <p:cNvGraphicFramePr/>
          <p:nvPr/>
        </p:nvGraphicFramePr>
        <p:xfrm>
          <a:off x="0" y="1136111"/>
          <a:ext cx="12192000" cy="2012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Rectangle 4">
            <a:extLst>
              <a:ext uri="{FF2B5EF4-FFF2-40B4-BE49-F238E27FC236}">
                <a16:creationId xmlns:a16="http://schemas.microsoft.com/office/drawing/2014/main" id="{6D129C7F-F816-EDBE-FC7D-6C0E55D25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072" y="3282879"/>
            <a:ext cx="6256062" cy="3022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t"/>
          <a:lstStyle/>
          <a:p>
            <a:pPr>
              <a:spcBef>
                <a:spcPct val="0"/>
              </a:spcBef>
            </a:pPr>
            <a:r>
              <a:rPr lang="zh-TW" altLang="en-US" sz="2400" noProof="1">
                <a:latin typeface="Arial" panose="020B0604020202020204" pitchFamily="34" charset="0"/>
                <a:ea typeface="新細明體" panose="02020500000000000000" pitchFamily="18" charset="-120"/>
              </a:rPr>
              <a:t>刷牙</a:t>
            </a:r>
            <a:r>
              <a:rPr lang="en-US" altLang="zh-TW" sz="2400" noProof="1">
                <a:latin typeface="Arial" panose="020B0604020202020204" pitchFamily="34" charset="0"/>
                <a:ea typeface="新細明體" panose="02020500000000000000" pitchFamily="18" charset="-120"/>
              </a:rPr>
              <a:t>()</a:t>
            </a:r>
            <a:r>
              <a:rPr lang="zh-TW" altLang="en-US" sz="2400" noProof="1">
                <a:latin typeface="Arial" panose="020B0604020202020204" pitchFamily="34" charset="0"/>
                <a:ea typeface="新細明體" panose="02020500000000000000" pitchFamily="18" charset="-120"/>
              </a:rPr>
              <a:t>                                      </a:t>
            </a:r>
            <a:r>
              <a:rPr lang="en-US" altLang="zh-TW" sz="2400" noProof="1"/>
              <a:t>//3</a:t>
            </a:r>
            <a:r>
              <a:rPr lang="zh-TW" altLang="en-US" sz="2400" noProof="1"/>
              <a:t>分鐘</a:t>
            </a:r>
            <a:endParaRPr lang="en-US" altLang="zh-TW" sz="2400" noProof="1"/>
          </a:p>
          <a:p>
            <a:pPr>
              <a:spcBef>
                <a:spcPct val="0"/>
              </a:spcBef>
            </a:pPr>
            <a:r>
              <a:rPr lang="zh-TW" altLang="en-US" sz="2400" dirty="0"/>
              <a:t>洗臉</a:t>
            </a:r>
            <a:r>
              <a:rPr lang="en-US" altLang="zh-TW" sz="2400" dirty="0"/>
              <a:t>()</a:t>
            </a:r>
            <a:r>
              <a:rPr lang="zh-TW" altLang="en-US" sz="2400" dirty="0"/>
              <a:t>                                               </a:t>
            </a:r>
            <a:r>
              <a:rPr lang="en-US" altLang="zh-TW" sz="2400" dirty="0"/>
              <a:t>//3</a:t>
            </a:r>
            <a:r>
              <a:rPr lang="zh-TW" altLang="en-US" sz="2400" dirty="0"/>
              <a:t>分鐘</a:t>
            </a:r>
            <a:endParaRPr lang="en-US" altLang="zh-TW" sz="2400" dirty="0"/>
          </a:p>
          <a:p>
            <a:pPr>
              <a:spcBef>
                <a:spcPct val="0"/>
              </a:spcBef>
            </a:pPr>
            <a:r>
              <a:rPr lang="en-US" altLang="zh-TW" sz="2400" dirty="0"/>
              <a:t>const </a:t>
            </a:r>
            <a:r>
              <a:rPr lang="zh-TW" altLang="en-US" sz="2400" dirty="0"/>
              <a:t>蒸蛋完成 </a:t>
            </a:r>
            <a:r>
              <a:rPr lang="en-US" altLang="zh-TW" sz="2400" dirty="0"/>
              <a:t>=</a:t>
            </a:r>
            <a:r>
              <a:rPr lang="zh-TW" altLang="en-US" sz="2400" dirty="0"/>
              <a:t> 蒸蛋</a:t>
            </a:r>
            <a:r>
              <a:rPr lang="en-US" altLang="zh-TW" sz="2400" dirty="0"/>
              <a:t>()            //10</a:t>
            </a:r>
            <a:r>
              <a:rPr lang="zh-TW" altLang="en-US" sz="2400" dirty="0"/>
              <a:t>分鐘</a:t>
            </a:r>
            <a:endParaRPr lang="en-US" altLang="zh-TW" sz="2400" dirty="0"/>
          </a:p>
          <a:p>
            <a:pPr>
              <a:spcBef>
                <a:spcPct val="0"/>
              </a:spcBef>
            </a:pPr>
            <a:r>
              <a:rPr lang="en-US" altLang="zh-TW" sz="2400" noProof="1">
                <a:latin typeface="Arial" panose="020B0604020202020204" pitchFamily="34" charset="0"/>
                <a:ea typeface="新細明體" panose="02020500000000000000" pitchFamily="18" charset="-120"/>
              </a:rPr>
              <a:t>const </a:t>
            </a:r>
            <a:r>
              <a:rPr lang="zh-TW" altLang="en-US" sz="2400" noProof="1">
                <a:latin typeface="Arial" panose="020B0604020202020204" pitchFamily="34" charset="0"/>
                <a:ea typeface="新細明體" panose="02020500000000000000" pitchFamily="18" charset="-120"/>
              </a:rPr>
              <a:t>煮咖啡完成 </a:t>
            </a:r>
            <a:r>
              <a:rPr lang="en-US" altLang="zh-TW" sz="2400" noProof="1">
                <a:latin typeface="Arial" panose="020B0604020202020204" pitchFamily="34" charset="0"/>
                <a:ea typeface="新細明體" panose="02020500000000000000" pitchFamily="18" charset="-120"/>
              </a:rPr>
              <a:t>=</a:t>
            </a:r>
            <a:r>
              <a:rPr lang="zh-TW" altLang="en-US" sz="2400" noProof="1">
                <a:latin typeface="Arial" panose="020B0604020202020204" pitchFamily="34" charset="0"/>
                <a:ea typeface="新細明體" panose="02020500000000000000" pitchFamily="18" charset="-120"/>
              </a:rPr>
              <a:t>煮咖啡</a:t>
            </a:r>
            <a:r>
              <a:rPr lang="en-US" altLang="zh-TW" sz="2400" dirty="0"/>
              <a:t>()    //5</a:t>
            </a:r>
            <a:r>
              <a:rPr lang="zh-TW" altLang="en-US" sz="2400" dirty="0"/>
              <a:t>分鐘</a:t>
            </a:r>
            <a:endParaRPr lang="en-US" altLang="zh-TW" sz="2400" dirty="0"/>
          </a:p>
          <a:p>
            <a:pPr>
              <a:spcBef>
                <a:spcPct val="0"/>
              </a:spcBef>
            </a:pPr>
            <a:r>
              <a:rPr lang="en-US" altLang="zh-TW" sz="2400" noProof="1">
                <a:latin typeface="Arial" panose="020B0604020202020204" pitchFamily="34" charset="0"/>
                <a:ea typeface="新細明體" panose="02020500000000000000" pitchFamily="18" charset="-120"/>
              </a:rPr>
              <a:t>const </a:t>
            </a:r>
            <a:r>
              <a:rPr lang="zh-TW" altLang="en-US" sz="2400" noProof="1">
                <a:latin typeface="Arial" panose="020B0604020202020204" pitchFamily="34" charset="0"/>
                <a:ea typeface="新細明體" panose="02020500000000000000" pitchFamily="18" charset="-120"/>
              </a:rPr>
              <a:t>烤土司完成 </a:t>
            </a:r>
            <a:r>
              <a:rPr lang="en-US" altLang="zh-TW" sz="2400" noProof="1">
                <a:latin typeface="Arial" panose="020B0604020202020204" pitchFamily="34" charset="0"/>
                <a:ea typeface="新細明體" panose="02020500000000000000" pitchFamily="18" charset="-120"/>
              </a:rPr>
              <a:t>=</a:t>
            </a:r>
            <a:r>
              <a:rPr lang="zh-TW" altLang="en-US" sz="2400" dirty="0"/>
              <a:t>烤土司</a:t>
            </a:r>
            <a:r>
              <a:rPr lang="en-US" altLang="zh-TW" sz="2400" dirty="0"/>
              <a:t>()    //4</a:t>
            </a:r>
            <a:r>
              <a:rPr lang="zh-TW" altLang="en-US" sz="2400" dirty="0"/>
              <a:t>分鐘</a:t>
            </a:r>
            <a:endParaRPr lang="en-US" altLang="zh-TW" sz="2400" dirty="0"/>
          </a:p>
          <a:p>
            <a:pPr>
              <a:spcBef>
                <a:spcPct val="0"/>
              </a:spcBef>
            </a:pPr>
            <a:r>
              <a:rPr lang="en-US" altLang="zh-TW" sz="2400" dirty="0"/>
              <a:t>If(</a:t>
            </a:r>
            <a:r>
              <a:rPr lang="zh-TW" altLang="en-US" sz="2400" dirty="0"/>
              <a:t>蒸蛋完成 </a:t>
            </a:r>
            <a:r>
              <a:rPr lang="en-US" altLang="zh-TW" sz="2400" dirty="0"/>
              <a:t>&amp;&amp;</a:t>
            </a:r>
            <a:r>
              <a:rPr lang="zh-TW" altLang="en-US" sz="2400" noProof="1">
                <a:latin typeface="Arial" panose="020B0604020202020204" pitchFamily="34" charset="0"/>
                <a:ea typeface="新細明體" panose="02020500000000000000" pitchFamily="18" charset="-120"/>
              </a:rPr>
              <a:t>煮咖啡完成 </a:t>
            </a:r>
            <a:r>
              <a:rPr lang="en-US" altLang="zh-TW" sz="2400" noProof="1">
                <a:latin typeface="Arial" panose="020B0604020202020204" pitchFamily="34" charset="0"/>
                <a:ea typeface="新細明體" panose="02020500000000000000" pitchFamily="18" charset="-120"/>
              </a:rPr>
              <a:t>&amp;&amp;</a:t>
            </a:r>
            <a:r>
              <a:rPr lang="zh-TW" altLang="en-US" sz="2400" noProof="1">
                <a:latin typeface="Arial" panose="020B0604020202020204" pitchFamily="34" charset="0"/>
                <a:ea typeface="新細明體" panose="02020500000000000000" pitchFamily="18" charset="-120"/>
              </a:rPr>
              <a:t> 烤土司完成</a:t>
            </a:r>
            <a:r>
              <a:rPr lang="en-US" altLang="zh-TW" sz="2400" dirty="0"/>
              <a:t> ){</a:t>
            </a:r>
          </a:p>
          <a:p>
            <a:pPr>
              <a:spcBef>
                <a:spcPct val="0"/>
              </a:spcBef>
            </a:pPr>
            <a:r>
              <a:rPr lang="zh-TW" altLang="en-US" sz="2400" dirty="0"/>
              <a:t>       吃早餐</a:t>
            </a:r>
            <a:r>
              <a:rPr lang="en-US" altLang="zh-TW" sz="2400" dirty="0"/>
              <a:t>()</a:t>
            </a:r>
          </a:p>
          <a:p>
            <a:pPr>
              <a:spcBef>
                <a:spcPct val="0"/>
              </a:spcBef>
            </a:pPr>
            <a:r>
              <a:rPr lang="en-US" altLang="zh-TW" sz="2400" dirty="0"/>
              <a:t>}</a:t>
            </a:r>
            <a:endParaRPr lang="en-US" altLang="zh-TW" sz="2400" noProof="1"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>
              <a:spcBef>
                <a:spcPct val="0"/>
              </a:spcBef>
            </a:pPr>
            <a:endParaRPr lang="en-US" altLang="zh-TW" sz="2400" noProof="1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CBAD5B6-28AA-E341-F85B-6DC04B0ABB69}"/>
              </a:ext>
            </a:extLst>
          </p:cNvPr>
          <p:cNvSpPr txBox="1"/>
          <p:nvPr/>
        </p:nvSpPr>
        <p:spPr>
          <a:xfrm>
            <a:off x="6969212" y="3241790"/>
            <a:ext cx="50868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/>
              <a:t>小明起床後要幾分鐘才能開始吃早餐</a:t>
            </a:r>
            <a:r>
              <a:rPr lang="en-US" altLang="zh-TW" sz="2400" dirty="0"/>
              <a:t>?</a:t>
            </a:r>
          </a:p>
          <a:p>
            <a:pPr marL="457200" indent="-457200">
              <a:buAutoNum type="alphaUcParenBoth"/>
            </a:pPr>
            <a:r>
              <a:rPr lang="en-US" altLang="zh-TW" sz="2400" dirty="0"/>
              <a:t>25</a:t>
            </a:r>
            <a:r>
              <a:rPr lang="zh-TW" altLang="en-US" sz="2400" dirty="0"/>
              <a:t> 分鐘</a:t>
            </a:r>
            <a:endParaRPr lang="en-US" altLang="zh-TW" sz="2400" dirty="0"/>
          </a:p>
          <a:p>
            <a:pPr marL="457200" indent="-457200">
              <a:buAutoNum type="alphaUcParenBoth"/>
            </a:pPr>
            <a:r>
              <a:rPr lang="en-US" altLang="zh-TW" sz="2400" dirty="0"/>
              <a:t>19 </a:t>
            </a:r>
            <a:r>
              <a:rPr lang="zh-TW" altLang="en-US" sz="2400" dirty="0"/>
              <a:t>分鐘</a:t>
            </a:r>
            <a:endParaRPr lang="en-US" altLang="zh-TW" sz="2400" dirty="0"/>
          </a:p>
          <a:p>
            <a:pPr marL="457200" indent="-457200">
              <a:buAutoNum type="alphaUcParenBoth"/>
            </a:pPr>
            <a:r>
              <a:rPr lang="en-US" altLang="zh-TW" sz="2400" dirty="0"/>
              <a:t>15 </a:t>
            </a:r>
            <a:r>
              <a:rPr lang="zh-TW" altLang="en-US" sz="2400" dirty="0"/>
              <a:t>分鐘</a:t>
            </a:r>
            <a:endParaRPr lang="en-US" altLang="zh-TW" sz="2400" dirty="0"/>
          </a:p>
          <a:p>
            <a:pPr marL="457200" indent="-457200">
              <a:buAutoNum type="alphaUcParenBoth"/>
            </a:pPr>
            <a:r>
              <a:rPr lang="en-US" altLang="zh-TW" sz="2400" dirty="0"/>
              <a:t>10</a:t>
            </a:r>
            <a:r>
              <a:rPr lang="zh-TW" altLang="en-US" sz="2400" dirty="0"/>
              <a:t>分鐘</a:t>
            </a:r>
          </a:p>
        </p:txBody>
      </p:sp>
    </p:spTree>
    <p:extLst>
      <p:ext uri="{BB962C8B-B14F-4D97-AF65-F5344CB8AC3E}">
        <p14:creationId xmlns:p14="http://schemas.microsoft.com/office/powerpoint/2010/main" val="24213069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91C10C-0905-A57E-015F-A1251BE78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同步 </a:t>
            </a:r>
            <a:r>
              <a:rPr lang="en-US" altLang="zh-TW" dirty="0"/>
              <a:t>vs </a:t>
            </a:r>
            <a:r>
              <a:rPr lang="zh-TW" altLang="en-US" dirty="0">
                <a:solidFill>
                  <a:srgbClr val="FF0000"/>
                </a:solidFill>
              </a:rPr>
              <a:t>非同步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D19A8C5-E39E-5300-C199-CEFF2CE531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19</a:t>
            </a:fld>
            <a:endParaRPr lang="zh-TW" altLang="en-US" dirty="0"/>
          </a:p>
        </p:txBody>
      </p:sp>
      <p:graphicFrame>
        <p:nvGraphicFramePr>
          <p:cNvPr id="5" name="資料庫圖表 4">
            <a:extLst>
              <a:ext uri="{FF2B5EF4-FFF2-40B4-BE49-F238E27FC236}">
                <a16:creationId xmlns:a16="http://schemas.microsoft.com/office/drawing/2014/main" id="{65B5048B-330E-CDA5-3FE3-4E6C741FEEE7}"/>
              </a:ext>
            </a:extLst>
          </p:cNvPr>
          <p:cNvGraphicFramePr/>
          <p:nvPr/>
        </p:nvGraphicFramePr>
        <p:xfrm>
          <a:off x="947056" y="619280"/>
          <a:ext cx="10980784" cy="19376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資料庫圖表 6">
            <a:extLst>
              <a:ext uri="{FF2B5EF4-FFF2-40B4-BE49-F238E27FC236}">
                <a16:creationId xmlns:a16="http://schemas.microsoft.com/office/drawing/2014/main" id="{89518388-77D4-8D66-77E6-DD7EA8A12BD5}"/>
              </a:ext>
            </a:extLst>
          </p:cNvPr>
          <p:cNvGraphicFramePr/>
          <p:nvPr/>
        </p:nvGraphicFramePr>
        <p:xfrm>
          <a:off x="5397136" y="4192778"/>
          <a:ext cx="3604624" cy="17703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6" name="資料庫圖表 5">
            <a:extLst>
              <a:ext uri="{FF2B5EF4-FFF2-40B4-BE49-F238E27FC236}">
                <a16:creationId xmlns:a16="http://schemas.microsoft.com/office/drawing/2014/main" id="{75C84FD1-2D0C-F01C-280A-A5BD85F63A4A}"/>
              </a:ext>
            </a:extLst>
          </p:cNvPr>
          <p:cNvGraphicFramePr/>
          <p:nvPr/>
        </p:nvGraphicFramePr>
        <p:xfrm>
          <a:off x="947056" y="3307613"/>
          <a:ext cx="4484496" cy="17703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10" name="資料庫圖表 9">
            <a:extLst>
              <a:ext uri="{FF2B5EF4-FFF2-40B4-BE49-F238E27FC236}">
                <a16:creationId xmlns:a16="http://schemas.microsoft.com/office/drawing/2014/main" id="{C460BA0A-5BAD-287F-4D04-74AAC3F9159E}"/>
              </a:ext>
            </a:extLst>
          </p:cNvPr>
          <p:cNvGraphicFramePr/>
          <p:nvPr/>
        </p:nvGraphicFramePr>
        <p:xfrm>
          <a:off x="947056" y="2255123"/>
          <a:ext cx="8054704" cy="17703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8CBAD5B6-28AA-E341-F85B-6DC04B0ABB69}"/>
              </a:ext>
            </a:extLst>
          </p:cNvPr>
          <p:cNvSpPr txBox="1"/>
          <p:nvPr/>
        </p:nvSpPr>
        <p:spPr>
          <a:xfrm>
            <a:off x="9267568" y="2871292"/>
            <a:ext cx="26602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/>
              <a:t>小明起床後要幾分鐘才能開始吃早餐</a:t>
            </a:r>
            <a:r>
              <a:rPr lang="en-US" altLang="zh-TW" sz="2400" dirty="0"/>
              <a:t>?</a:t>
            </a:r>
          </a:p>
          <a:p>
            <a:pPr marL="457200" indent="-457200">
              <a:buAutoNum type="alphaUcParenBoth"/>
            </a:pPr>
            <a:r>
              <a:rPr lang="en-US" altLang="zh-TW" sz="2400" dirty="0"/>
              <a:t>25</a:t>
            </a:r>
            <a:r>
              <a:rPr lang="zh-TW" altLang="en-US" sz="2400" dirty="0"/>
              <a:t> 分鐘</a:t>
            </a:r>
            <a:endParaRPr lang="en-US" altLang="zh-TW" sz="2400" dirty="0"/>
          </a:p>
          <a:p>
            <a:pPr marL="457200" indent="-457200">
              <a:buAutoNum type="alphaUcParenBoth"/>
            </a:pPr>
            <a:r>
              <a:rPr lang="en-US" altLang="zh-TW" sz="2400" dirty="0"/>
              <a:t>19 </a:t>
            </a:r>
            <a:r>
              <a:rPr lang="zh-TW" altLang="en-US" sz="2400" dirty="0"/>
              <a:t>分鐘</a:t>
            </a:r>
            <a:endParaRPr lang="en-US" altLang="zh-TW" sz="2400" dirty="0"/>
          </a:p>
          <a:p>
            <a:pPr marL="457200" indent="-457200">
              <a:buAutoNum type="alphaUcParenBoth"/>
            </a:pPr>
            <a:r>
              <a:rPr lang="en-US" altLang="zh-TW" sz="2400" dirty="0"/>
              <a:t>15 </a:t>
            </a:r>
            <a:r>
              <a:rPr lang="zh-TW" altLang="en-US" sz="2400" dirty="0"/>
              <a:t>分鐘</a:t>
            </a:r>
            <a:endParaRPr lang="en-US" altLang="zh-TW" sz="2400" dirty="0"/>
          </a:p>
          <a:p>
            <a:pPr marL="457200" indent="-457200">
              <a:buAutoNum type="alphaUcParenBoth"/>
            </a:pPr>
            <a:r>
              <a:rPr lang="en-US" altLang="zh-TW" sz="2400" b="1" dirty="0">
                <a:solidFill>
                  <a:srgbClr val="FF0000"/>
                </a:solidFill>
              </a:rPr>
              <a:t>10</a:t>
            </a:r>
            <a:r>
              <a:rPr lang="zh-TW" altLang="en-US" sz="2400" b="1" dirty="0">
                <a:solidFill>
                  <a:srgbClr val="FF0000"/>
                </a:solidFill>
              </a:rPr>
              <a:t>分鐘</a:t>
            </a:r>
          </a:p>
        </p:txBody>
      </p:sp>
    </p:spTree>
    <p:extLst>
      <p:ext uri="{BB962C8B-B14F-4D97-AF65-F5344CB8AC3E}">
        <p14:creationId xmlns:p14="http://schemas.microsoft.com/office/powerpoint/2010/main" val="8015782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下列程式執行的結果為何</a:t>
            </a:r>
          </a:p>
        </p:txBody>
      </p:sp>
      <p:sp>
        <p:nvSpPr>
          <p:cNvPr id="12" name="文字版面配置區 1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20</a:t>
            </a:fld>
            <a:endParaRPr lang="zh-TW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38199" y="1082244"/>
            <a:ext cx="5181602" cy="532923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TW" sz="2400" dirty="0" err="1">
                <a:latin typeface="Arial" panose="020B0604020202020204" pitchFamily="34" charset="0"/>
              </a:rPr>
              <a:t>setTimeout</a:t>
            </a:r>
            <a:r>
              <a:rPr lang="en-US" altLang="zh-TW" sz="2400" dirty="0">
                <a:latin typeface="Arial" panose="020B0604020202020204" pitchFamily="34" charset="0"/>
              </a:rPr>
              <a:t>(function () {</a:t>
            </a:r>
          </a:p>
          <a:p>
            <a:pPr>
              <a:buFont typeface="Arial" panose="020B0604020202020204" pitchFamily="34" charset="0"/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    </a:t>
            </a:r>
            <a:r>
              <a:rPr lang="en-US" altLang="zh-TW" sz="2400" dirty="0">
                <a:latin typeface="Arial" panose="020B0604020202020204" pitchFamily="34" charset="0"/>
              </a:rPr>
              <a:t>console.log('</a:t>
            </a:r>
            <a:r>
              <a:rPr lang="zh-TW" altLang="en-US" sz="2400" dirty="0">
                <a:latin typeface="Arial" panose="020B0604020202020204" pitchFamily="34" charset="0"/>
              </a:rPr>
              <a:t>蛋</a:t>
            </a:r>
            <a:r>
              <a:rPr lang="en-US" altLang="zh-TW" sz="2400" dirty="0">
                <a:latin typeface="Arial" panose="020B0604020202020204" pitchFamily="34" charset="0"/>
              </a:rPr>
              <a:t>');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}, 1000);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 err="1">
                <a:latin typeface="Arial" panose="020B0604020202020204" pitchFamily="34" charset="0"/>
              </a:rPr>
              <a:t>setTimeout</a:t>
            </a:r>
            <a:r>
              <a:rPr lang="en-US" altLang="zh-TW" sz="2400" dirty="0">
                <a:latin typeface="Arial" panose="020B0604020202020204" pitchFamily="34" charset="0"/>
              </a:rPr>
              <a:t>(function () {</a:t>
            </a:r>
          </a:p>
          <a:p>
            <a:pPr>
              <a:buFont typeface="Arial" panose="020B0604020202020204" pitchFamily="34" charset="0"/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    </a:t>
            </a:r>
            <a:r>
              <a:rPr lang="en-US" altLang="zh-TW" sz="2400" dirty="0">
                <a:latin typeface="Arial" panose="020B0604020202020204" pitchFamily="34" charset="0"/>
              </a:rPr>
              <a:t>console.log('</a:t>
            </a:r>
            <a:r>
              <a:rPr lang="zh-TW" altLang="en-US" sz="2400" dirty="0">
                <a:latin typeface="Arial" panose="020B0604020202020204" pitchFamily="34" charset="0"/>
              </a:rPr>
              <a:t>咖啡</a:t>
            </a:r>
            <a:r>
              <a:rPr lang="en-US" altLang="zh-TW" sz="2400" dirty="0">
                <a:latin typeface="Arial" panose="020B0604020202020204" pitchFamily="34" charset="0"/>
              </a:rPr>
              <a:t>');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}, 1000);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 err="1">
                <a:latin typeface="Arial" panose="020B0604020202020204" pitchFamily="34" charset="0"/>
              </a:rPr>
              <a:t>setTimeout</a:t>
            </a:r>
            <a:r>
              <a:rPr lang="en-US" altLang="zh-TW" sz="2400" dirty="0">
                <a:latin typeface="Arial" panose="020B0604020202020204" pitchFamily="34" charset="0"/>
              </a:rPr>
              <a:t>(function () {</a:t>
            </a:r>
          </a:p>
          <a:p>
            <a:pPr>
              <a:buFont typeface="Arial" panose="020B0604020202020204" pitchFamily="34" charset="0"/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    </a:t>
            </a:r>
            <a:r>
              <a:rPr lang="en-US" altLang="zh-TW" sz="2400" dirty="0">
                <a:latin typeface="Arial" panose="020B0604020202020204" pitchFamily="34" charset="0"/>
              </a:rPr>
              <a:t>console.log('</a:t>
            </a:r>
            <a:r>
              <a:rPr lang="zh-TW" altLang="en-US" sz="2400" dirty="0">
                <a:latin typeface="Arial" panose="020B0604020202020204" pitchFamily="34" charset="0"/>
              </a:rPr>
              <a:t>土司</a:t>
            </a:r>
            <a:r>
              <a:rPr lang="en-US" altLang="zh-TW" sz="2400" dirty="0">
                <a:latin typeface="Arial" panose="020B0604020202020204" pitchFamily="34" charset="0"/>
              </a:rPr>
              <a:t>');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}, 1000);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6166622" y="1082243"/>
            <a:ext cx="5181602" cy="532923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TW" altLang="en-US" sz="2400" b="1" u="sng" dirty="0">
                <a:latin typeface="Arial" panose="020B0604020202020204" pitchFamily="34" charset="0"/>
              </a:rPr>
              <a:t>執行結果為何？</a:t>
            </a:r>
            <a:endParaRPr lang="en-US" altLang="zh-TW" sz="2400" b="1" u="sng" dirty="0">
              <a:latin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sz="2400" dirty="0">
                <a:latin typeface="Arial" panose="020B0604020202020204" pitchFamily="34" charset="0"/>
              </a:rPr>
              <a:t>等</a:t>
            </a:r>
            <a:r>
              <a:rPr lang="en-US" altLang="zh-TW" sz="2400" dirty="0">
                <a:latin typeface="Arial" panose="020B0604020202020204" pitchFamily="34" charset="0"/>
              </a:rPr>
              <a:t>1</a:t>
            </a:r>
            <a:r>
              <a:rPr lang="zh-TW" altLang="en-US" sz="2400" dirty="0">
                <a:latin typeface="Arial" panose="020B0604020202020204" pitchFamily="34" charset="0"/>
              </a:rPr>
              <a:t>秒印出蛋，再等</a:t>
            </a:r>
            <a:r>
              <a:rPr lang="en-US" altLang="zh-TW" sz="2400" dirty="0">
                <a:latin typeface="Arial" panose="020B0604020202020204" pitchFamily="34" charset="0"/>
              </a:rPr>
              <a:t>1</a:t>
            </a:r>
            <a:r>
              <a:rPr lang="zh-TW" altLang="en-US" sz="2400" dirty="0">
                <a:latin typeface="Arial" panose="020B0604020202020204" pitchFamily="34" charset="0"/>
              </a:rPr>
              <a:t>秒印出咖啡，</a:t>
            </a:r>
            <a:br>
              <a:rPr lang="en-US" altLang="zh-TW" sz="2400" dirty="0">
                <a:latin typeface="Arial" panose="020B0604020202020204" pitchFamily="34" charset="0"/>
              </a:rPr>
            </a:br>
            <a:r>
              <a:rPr lang="zh-TW" altLang="en-US" sz="2400" dirty="0">
                <a:latin typeface="Arial" panose="020B0604020202020204" pitchFamily="34" charset="0"/>
              </a:rPr>
              <a:t>再等</a:t>
            </a:r>
            <a:r>
              <a:rPr lang="en-US" altLang="zh-TW" sz="2400" dirty="0">
                <a:latin typeface="Arial" panose="020B0604020202020204" pitchFamily="34" charset="0"/>
              </a:rPr>
              <a:t>1</a:t>
            </a:r>
            <a:r>
              <a:rPr lang="zh-TW" altLang="en-US" sz="2400" dirty="0">
                <a:latin typeface="Arial" panose="020B0604020202020204" pitchFamily="34" charset="0"/>
              </a:rPr>
              <a:t>秒印出土司</a:t>
            </a:r>
            <a:endParaRPr lang="en-US" altLang="zh-TW" sz="2400" dirty="0">
              <a:latin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altLang="zh-TW" sz="2400" dirty="0">
              <a:latin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sz="2400" dirty="0">
                <a:latin typeface="Arial" panose="020B0604020202020204" pitchFamily="34" charset="0"/>
              </a:rPr>
              <a:t>等</a:t>
            </a:r>
            <a:r>
              <a:rPr lang="en-US" altLang="zh-TW" sz="2400" dirty="0">
                <a:latin typeface="Arial" panose="020B0604020202020204" pitchFamily="34" charset="0"/>
              </a:rPr>
              <a:t>1</a:t>
            </a:r>
            <a:r>
              <a:rPr lang="zh-TW" altLang="en-US" sz="2400" dirty="0">
                <a:latin typeface="Arial" panose="020B0604020202020204" pitchFamily="34" charset="0"/>
              </a:rPr>
              <a:t>秒，依序同時印出蛋、咖啡、</a:t>
            </a:r>
            <a:br>
              <a:rPr lang="en-US" altLang="zh-TW" sz="2400" dirty="0">
                <a:latin typeface="Arial" panose="020B0604020202020204" pitchFamily="34" charset="0"/>
              </a:rPr>
            </a:br>
            <a:r>
              <a:rPr lang="zh-TW" altLang="en-US" sz="2400" dirty="0">
                <a:latin typeface="Arial" panose="020B0604020202020204" pitchFamily="34" charset="0"/>
              </a:rPr>
              <a:t>土司</a:t>
            </a:r>
            <a:endParaRPr lang="en-US" altLang="zh-TW" sz="2400" dirty="0">
              <a:latin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altLang="zh-TW" sz="2400" dirty="0">
              <a:latin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sz="2400" dirty="0">
                <a:latin typeface="Arial" panose="020B0604020202020204" pitchFamily="34" charset="0"/>
              </a:rPr>
              <a:t>等</a:t>
            </a:r>
            <a:r>
              <a:rPr lang="en-US" altLang="zh-TW" sz="2400" dirty="0">
                <a:latin typeface="Arial" panose="020B0604020202020204" pitchFamily="34" charset="0"/>
              </a:rPr>
              <a:t>1</a:t>
            </a:r>
            <a:r>
              <a:rPr lang="zh-TW" altLang="en-US" sz="2400" dirty="0">
                <a:latin typeface="Arial" panose="020B0604020202020204" pitchFamily="34" charset="0"/>
              </a:rPr>
              <a:t>秒，不確定蛋、咖啡、土司</a:t>
            </a:r>
            <a:br>
              <a:rPr lang="en-US" altLang="zh-TW" sz="2400" dirty="0">
                <a:latin typeface="Arial" panose="020B0604020202020204" pitchFamily="34" charset="0"/>
              </a:rPr>
            </a:br>
            <a:r>
              <a:rPr lang="zh-TW" altLang="en-US" sz="2400" dirty="0">
                <a:latin typeface="Arial" panose="020B0604020202020204" pitchFamily="34" charset="0"/>
              </a:rPr>
              <a:t>哪一個先印出</a:t>
            </a:r>
            <a:endParaRPr lang="en-US" altLang="zh-TW" sz="2400" dirty="0">
              <a:latin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altLang="zh-TW" sz="2400" dirty="0">
              <a:latin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sz="2400" dirty="0">
                <a:latin typeface="Arial" panose="020B0604020202020204" pitchFamily="34" charset="0"/>
              </a:rPr>
              <a:t>每隔</a:t>
            </a:r>
            <a:r>
              <a:rPr lang="en-US" altLang="zh-TW" sz="2400" dirty="0">
                <a:latin typeface="Arial" panose="020B0604020202020204" pitchFamily="34" charset="0"/>
              </a:rPr>
              <a:t>1</a:t>
            </a:r>
            <a:r>
              <a:rPr lang="zh-TW" altLang="en-US" sz="2400" dirty="0">
                <a:latin typeface="Arial" panose="020B0604020202020204" pitchFamily="34" charset="0"/>
              </a:rPr>
              <a:t>秒會印出一個項目，但不確</a:t>
            </a:r>
            <a:br>
              <a:rPr lang="en-US" altLang="zh-TW" sz="2400" dirty="0">
                <a:latin typeface="Arial" panose="020B0604020202020204" pitchFamily="34" charset="0"/>
              </a:rPr>
            </a:br>
            <a:r>
              <a:rPr lang="zh-TW" altLang="en-US" sz="2400" dirty="0">
                <a:latin typeface="Arial" panose="020B0604020202020204" pitchFamily="34" charset="0"/>
              </a:rPr>
              <a:t>定先後順序</a:t>
            </a:r>
          </a:p>
        </p:txBody>
      </p:sp>
    </p:spTree>
    <p:extLst>
      <p:ext uri="{BB962C8B-B14F-4D97-AF65-F5344CB8AC3E}">
        <p14:creationId xmlns:p14="http://schemas.microsoft.com/office/powerpoint/2010/main" val="32268334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下列程式執行的結果為何</a:t>
            </a:r>
          </a:p>
        </p:txBody>
      </p:sp>
      <p:sp>
        <p:nvSpPr>
          <p:cNvPr id="12" name="文字版面配置區 1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21</a:t>
            </a:fld>
            <a:endParaRPr lang="zh-TW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38199" y="1082244"/>
            <a:ext cx="5181602" cy="532923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TW" sz="2400" dirty="0" err="1">
                <a:latin typeface="Arial" panose="020B0604020202020204" pitchFamily="34" charset="0"/>
              </a:rPr>
              <a:t>setTimeout</a:t>
            </a:r>
            <a:r>
              <a:rPr lang="en-US" altLang="zh-TW" sz="2400" dirty="0">
                <a:latin typeface="Arial" panose="020B0604020202020204" pitchFamily="34" charset="0"/>
              </a:rPr>
              <a:t>(function () 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console.log('</a:t>
            </a:r>
            <a:r>
              <a:rPr lang="zh-TW" altLang="en-US" sz="2400" dirty="0">
                <a:latin typeface="Arial" panose="020B0604020202020204" pitchFamily="34" charset="0"/>
              </a:rPr>
              <a:t>蛋</a:t>
            </a:r>
            <a:r>
              <a:rPr lang="en-US" altLang="zh-TW" sz="2400" dirty="0">
                <a:latin typeface="Arial" panose="020B0604020202020204" pitchFamily="34" charset="0"/>
              </a:rPr>
              <a:t>');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}, 3000);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 err="1">
                <a:latin typeface="Arial" panose="020B0604020202020204" pitchFamily="34" charset="0"/>
              </a:rPr>
              <a:t>setTimeout</a:t>
            </a:r>
            <a:r>
              <a:rPr lang="en-US" altLang="zh-TW" sz="2400" dirty="0">
                <a:latin typeface="Arial" panose="020B0604020202020204" pitchFamily="34" charset="0"/>
              </a:rPr>
              <a:t>(function () 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console.log('</a:t>
            </a:r>
            <a:r>
              <a:rPr lang="zh-TW" altLang="en-US" sz="2400" dirty="0">
                <a:latin typeface="Arial" panose="020B0604020202020204" pitchFamily="34" charset="0"/>
              </a:rPr>
              <a:t>咖啡</a:t>
            </a:r>
            <a:r>
              <a:rPr lang="en-US" altLang="zh-TW" sz="2400" dirty="0">
                <a:latin typeface="Arial" panose="020B0604020202020204" pitchFamily="34" charset="0"/>
              </a:rPr>
              <a:t>');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}, 2000);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 err="1">
                <a:latin typeface="Arial" panose="020B0604020202020204" pitchFamily="34" charset="0"/>
              </a:rPr>
              <a:t>setTimeout</a:t>
            </a:r>
            <a:r>
              <a:rPr lang="en-US" altLang="zh-TW" sz="2400" dirty="0">
                <a:latin typeface="Arial" panose="020B0604020202020204" pitchFamily="34" charset="0"/>
              </a:rPr>
              <a:t>(function () 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console.log('</a:t>
            </a:r>
            <a:r>
              <a:rPr lang="zh-TW" altLang="en-US" sz="2400" dirty="0">
                <a:latin typeface="Arial" panose="020B0604020202020204" pitchFamily="34" charset="0"/>
              </a:rPr>
              <a:t>土司</a:t>
            </a:r>
            <a:r>
              <a:rPr lang="en-US" altLang="zh-TW" sz="2400" dirty="0">
                <a:latin typeface="Arial" panose="020B0604020202020204" pitchFamily="34" charset="0"/>
              </a:rPr>
              <a:t>');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}, 1000);</a:t>
            </a:r>
          </a:p>
          <a:p>
            <a:pPr>
              <a:buFont typeface="Arial" panose="020B0604020202020204" pitchFamily="34" charset="0"/>
              <a:buNone/>
            </a:pPr>
            <a:endParaRPr lang="en-US" altLang="zh-TW" sz="2400" dirty="0">
              <a:latin typeface="Arial" panose="020B0604020202020204" pitchFamily="34" charset="0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6166622" y="1082243"/>
            <a:ext cx="5181602" cy="532923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TW" altLang="en-US" sz="2400" b="1" u="sng" dirty="0">
                <a:latin typeface="Arial" panose="020B0604020202020204" pitchFamily="34" charset="0"/>
              </a:rPr>
              <a:t>執行結果為何？</a:t>
            </a:r>
            <a:endParaRPr lang="en-US" altLang="zh-TW" sz="2400" b="1" u="sng" dirty="0">
              <a:latin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sz="2400" dirty="0">
                <a:latin typeface="Arial" panose="020B0604020202020204" pitchFamily="34" charset="0"/>
              </a:rPr>
              <a:t>等</a:t>
            </a:r>
            <a:r>
              <a:rPr lang="en-US" altLang="zh-TW" sz="2400" dirty="0">
                <a:latin typeface="Arial" panose="020B0604020202020204" pitchFamily="34" charset="0"/>
              </a:rPr>
              <a:t>1</a:t>
            </a:r>
            <a:r>
              <a:rPr lang="zh-TW" altLang="en-US" sz="2400" dirty="0">
                <a:latin typeface="Arial" panose="020B0604020202020204" pitchFamily="34" charset="0"/>
              </a:rPr>
              <a:t>秒印出蛋，再等</a:t>
            </a:r>
            <a:r>
              <a:rPr lang="en-US" altLang="zh-TW" sz="2400" dirty="0">
                <a:latin typeface="Arial" panose="020B0604020202020204" pitchFamily="34" charset="0"/>
              </a:rPr>
              <a:t>1</a:t>
            </a:r>
            <a:r>
              <a:rPr lang="zh-TW" altLang="en-US" sz="2400" dirty="0">
                <a:latin typeface="Arial" panose="020B0604020202020204" pitchFamily="34" charset="0"/>
              </a:rPr>
              <a:t>秒印出咖啡，</a:t>
            </a:r>
            <a:br>
              <a:rPr lang="en-US" altLang="zh-TW" sz="2400" dirty="0">
                <a:latin typeface="Arial" panose="020B0604020202020204" pitchFamily="34" charset="0"/>
              </a:rPr>
            </a:br>
            <a:r>
              <a:rPr lang="zh-TW" altLang="en-US" sz="2400" dirty="0">
                <a:latin typeface="Arial" panose="020B0604020202020204" pitchFamily="34" charset="0"/>
              </a:rPr>
              <a:t>再等</a:t>
            </a:r>
            <a:r>
              <a:rPr lang="en-US" altLang="zh-TW" sz="2400" dirty="0">
                <a:latin typeface="Arial" panose="020B0604020202020204" pitchFamily="34" charset="0"/>
              </a:rPr>
              <a:t>1</a:t>
            </a:r>
            <a:r>
              <a:rPr lang="zh-TW" altLang="en-US" sz="2400" dirty="0">
                <a:latin typeface="Arial" panose="020B0604020202020204" pitchFamily="34" charset="0"/>
              </a:rPr>
              <a:t>秒印出土司</a:t>
            </a:r>
            <a:r>
              <a:rPr lang="en-US" altLang="zh-TW" sz="1800" dirty="0">
                <a:latin typeface="Arial" panose="020B0604020202020204" pitchFamily="34" charset="0"/>
              </a:rPr>
              <a:t>(</a:t>
            </a:r>
            <a:r>
              <a:rPr lang="zh-TW" altLang="en-US" sz="1800" dirty="0">
                <a:latin typeface="Arial" panose="020B0604020202020204" pitchFamily="34" charset="0"/>
              </a:rPr>
              <a:t>全部印出要</a:t>
            </a:r>
            <a:r>
              <a:rPr lang="en-US" altLang="zh-TW" sz="1800" dirty="0">
                <a:latin typeface="Arial" panose="020B0604020202020204" pitchFamily="34" charset="0"/>
              </a:rPr>
              <a:t>3</a:t>
            </a:r>
            <a:r>
              <a:rPr lang="zh-TW" altLang="en-US" sz="1800" dirty="0">
                <a:latin typeface="Arial" panose="020B0604020202020204" pitchFamily="34" charset="0"/>
              </a:rPr>
              <a:t>秒鐘</a:t>
            </a:r>
            <a:r>
              <a:rPr lang="en-US" altLang="zh-TW" sz="1800" dirty="0">
                <a:latin typeface="Arial" panose="020B0604020202020204" pitchFamily="34" charset="0"/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endParaRPr lang="en-US" altLang="zh-TW" sz="2400" dirty="0">
              <a:latin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sz="2400" dirty="0">
                <a:latin typeface="Arial" panose="020B0604020202020204" pitchFamily="34" charset="0"/>
              </a:rPr>
              <a:t>等</a:t>
            </a:r>
            <a:r>
              <a:rPr lang="en-US" altLang="zh-TW" sz="2400" dirty="0">
                <a:latin typeface="Arial" panose="020B0604020202020204" pitchFamily="34" charset="0"/>
              </a:rPr>
              <a:t>1</a:t>
            </a:r>
            <a:r>
              <a:rPr lang="zh-TW" altLang="en-US" sz="2400" dirty="0">
                <a:latin typeface="Arial" panose="020B0604020202020204" pitchFamily="34" charset="0"/>
              </a:rPr>
              <a:t>秒印出土司，再等</a:t>
            </a:r>
            <a:r>
              <a:rPr lang="en-US" altLang="zh-TW" sz="2400" dirty="0">
                <a:latin typeface="Arial" panose="020B0604020202020204" pitchFamily="34" charset="0"/>
              </a:rPr>
              <a:t>2</a:t>
            </a:r>
            <a:r>
              <a:rPr lang="zh-TW" altLang="en-US" sz="2400" dirty="0">
                <a:latin typeface="Arial" panose="020B0604020202020204" pitchFamily="34" charset="0"/>
              </a:rPr>
              <a:t>秒印出咖啡</a:t>
            </a:r>
            <a:br>
              <a:rPr lang="en-US" altLang="zh-TW" sz="2400" dirty="0">
                <a:latin typeface="Arial" panose="020B0604020202020204" pitchFamily="34" charset="0"/>
              </a:rPr>
            </a:br>
            <a:r>
              <a:rPr lang="zh-TW" altLang="en-US" sz="2400" dirty="0">
                <a:latin typeface="Arial" panose="020B0604020202020204" pitchFamily="34" charset="0"/>
              </a:rPr>
              <a:t>，再等</a:t>
            </a:r>
            <a:r>
              <a:rPr lang="en-US" altLang="zh-TW" sz="2400" dirty="0">
                <a:latin typeface="Arial" panose="020B0604020202020204" pitchFamily="34" charset="0"/>
              </a:rPr>
              <a:t>3</a:t>
            </a:r>
            <a:r>
              <a:rPr lang="zh-TW" altLang="en-US" sz="2400" dirty="0">
                <a:latin typeface="Arial" panose="020B0604020202020204" pitchFamily="34" charset="0"/>
              </a:rPr>
              <a:t>秒印出蛋</a:t>
            </a:r>
            <a:r>
              <a:rPr lang="en-US" altLang="zh-TW" sz="1800" dirty="0">
                <a:latin typeface="Arial" panose="020B0604020202020204" pitchFamily="34" charset="0"/>
              </a:rPr>
              <a:t>(</a:t>
            </a:r>
            <a:r>
              <a:rPr lang="zh-TW" altLang="en-US" sz="1800" dirty="0">
                <a:latin typeface="Arial" panose="020B0604020202020204" pitchFamily="34" charset="0"/>
              </a:rPr>
              <a:t>全部印出要</a:t>
            </a:r>
            <a:r>
              <a:rPr lang="en-US" altLang="zh-TW" sz="1800" dirty="0">
                <a:latin typeface="Arial" panose="020B0604020202020204" pitchFamily="34" charset="0"/>
              </a:rPr>
              <a:t>6</a:t>
            </a:r>
            <a:r>
              <a:rPr lang="zh-TW" altLang="en-US" sz="1800" dirty="0">
                <a:latin typeface="Arial" panose="020B0604020202020204" pitchFamily="34" charset="0"/>
              </a:rPr>
              <a:t>秒鐘</a:t>
            </a:r>
            <a:r>
              <a:rPr lang="en-US" altLang="zh-TW" sz="1800" dirty="0">
                <a:latin typeface="Arial" panose="020B0604020202020204" pitchFamily="34" charset="0"/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endParaRPr lang="en-US" altLang="zh-TW" sz="2400" dirty="0">
              <a:latin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sz="2400" dirty="0">
                <a:latin typeface="Arial" panose="020B0604020202020204" pitchFamily="34" charset="0"/>
              </a:rPr>
              <a:t>等</a:t>
            </a:r>
            <a:r>
              <a:rPr lang="en-US" altLang="zh-TW" sz="2400" dirty="0">
                <a:latin typeface="Arial" panose="020B0604020202020204" pitchFamily="34" charset="0"/>
              </a:rPr>
              <a:t>1</a:t>
            </a:r>
            <a:r>
              <a:rPr lang="zh-TW" altLang="en-US" sz="2400" dirty="0">
                <a:latin typeface="Arial" panose="020B0604020202020204" pitchFamily="34" charset="0"/>
              </a:rPr>
              <a:t>秒印出土司，再等</a:t>
            </a:r>
            <a:r>
              <a:rPr lang="en-US" altLang="zh-TW" sz="2400" dirty="0">
                <a:latin typeface="Arial" panose="020B0604020202020204" pitchFamily="34" charset="0"/>
              </a:rPr>
              <a:t>1</a:t>
            </a:r>
            <a:r>
              <a:rPr lang="zh-TW" altLang="en-US" sz="2400" dirty="0">
                <a:latin typeface="Arial" panose="020B0604020202020204" pitchFamily="34" charset="0"/>
              </a:rPr>
              <a:t>秒印出咖啡</a:t>
            </a:r>
            <a:br>
              <a:rPr lang="en-US" altLang="zh-TW" sz="2400" dirty="0">
                <a:latin typeface="Arial" panose="020B0604020202020204" pitchFamily="34" charset="0"/>
              </a:rPr>
            </a:br>
            <a:r>
              <a:rPr lang="zh-TW" altLang="en-US" sz="2400" dirty="0">
                <a:latin typeface="Arial" panose="020B0604020202020204" pitchFamily="34" charset="0"/>
              </a:rPr>
              <a:t>，再等</a:t>
            </a:r>
            <a:r>
              <a:rPr lang="en-US" altLang="zh-TW" sz="2400" dirty="0">
                <a:latin typeface="Arial" panose="020B0604020202020204" pitchFamily="34" charset="0"/>
              </a:rPr>
              <a:t>1</a:t>
            </a:r>
            <a:r>
              <a:rPr lang="zh-TW" altLang="en-US" sz="2400" dirty="0">
                <a:latin typeface="Arial" panose="020B0604020202020204" pitchFamily="34" charset="0"/>
              </a:rPr>
              <a:t>秒印出蛋</a:t>
            </a:r>
            <a:r>
              <a:rPr lang="en-US" altLang="zh-TW" sz="1800" dirty="0">
                <a:latin typeface="Arial" panose="020B0604020202020204" pitchFamily="34" charset="0"/>
              </a:rPr>
              <a:t>(</a:t>
            </a:r>
            <a:r>
              <a:rPr lang="zh-TW" altLang="en-US" sz="1800" dirty="0">
                <a:latin typeface="Arial" panose="020B0604020202020204" pitchFamily="34" charset="0"/>
              </a:rPr>
              <a:t>全部印出要</a:t>
            </a:r>
            <a:r>
              <a:rPr lang="en-US" altLang="zh-TW" sz="1800" dirty="0">
                <a:latin typeface="Arial" panose="020B0604020202020204" pitchFamily="34" charset="0"/>
              </a:rPr>
              <a:t>3</a:t>
            </a:r>
            <a:r>
              <a:rPr lang="zh-TW" altLang="en-US" sz="1800" dirty="0">
                <a:latin typeface="Arial" panose="020B0604020202020204" pitchFamily="34" charset="0"/>
              </a:rPr>
              <a:t>秒鐘</a:t>
            </a:r>
            <a:r>
              <a:rPr lang="en-US" altLang="zh-TW" sz="1800" dirty="0">
                <a:latin typeface="Arial" panose="020B0604020202020204" pitchFamily="34" charset="0"/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endParaRPr lang="en-US" altLang="zh-TW" sz="2400" dirty="0">
              <a:latin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sz="2400" dirty="0">
                <a:latin typeface="Arial" panose="020B0604020202020204" pitchFamily="34" charset="0"/>
              </a:rPr>
              <a:t>等</a:t>
            </a:r>
            <a:r>
              <a:rPr lang="en-US" altLang="zh-TW" sz="2400" dirty="0">
                <a:latin typeface="Arial" panose="020B0604020202020204" pitchFamily="34" charset="0"/>
              </a:rPr>
              <a:t>3</a:t>
            </a:r>
            <a:r>
              <a:rPr lang="zh-TW" altLang="en-US" sz="2400" dirty="0">
                <a:latin typeface="Arial" panose="020B0604020202020204" pitchFamily="34" charset="0"/>
              </a:rPr>
              <a:t>秒，依序印出土司、咖啡、蛋</a:t>
            </a:r>
            <a:endParaRPr lang="en-US" altLang="zh-TW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507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下列程式執行的結果為何</a:t>
            </a:r>
          </a:p>
        </p:txBody>
      </p:sp>
      <p:sp>
        <p:nvSpPr>
          <p:cNvPr id="12" name="文字版面配置區 1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22</a:t>
            </a:fld>
            <a:endParaRPr lang="zh-TW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38199" y="1082244"/>
            <a:ext cx="5181602" cy="532923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TW" altLang="en-US" sz="2400" b="1" u="sng" dirty="0">
                <a:latin typeface="Arial" panose="020B0604020202020204" pitchFamily="34" charset="0"/>
              </a:rPr>
              <a:t>程式碼如下：</a:t>
            </a:r>
            <a:endParaRPr lang="en-US" altLang="zh-TW" sz="2400" b="1" u="sng" dirty="0"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altLang="zh-TW" sz="2400" dirty="0" err="1">
                <a:latin typeface="Arial" panose="020B0604020202020204" pitchFamily="34" charset="0"/>
              </a:rPr>
              <a:t>setTimeout</a:t>
            </a:r>
            <a:r>
              <a:rPr lang="en-US" altLang="zh-TW" sz="2400" dirty="0">
                <a:latin typeface="Arial" panose="020B0604020202020204" pitchFamily="34" charset="0"/>
              </a:rPr>
              <a:t>(function () {</a:t>
            </a:r>
          </a:p>
          <a:p>
            <a:pPr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  console.log('</a:t>
            </a:r>
            <a:r>
              <a:rPr lang="zh-TW" altLang="en-US" sz="2400" dirty="0">
                <a:latin typeface="Arial" panose="020B0604020202020204" pitchFamily="34" charset="0"/>
              </a:rPr>
              <a:t>蛋</a:t>
            </a:r>
            <a:r>
              <a:rPr lang="en-US" altLang="zh-TW" sz="2400" dirty="0">
                <a:latin typeface="Arial" panose="020B0604020202020204" pitchFamily="34" charset="0"/>
              </a:rPr>
              <a:t>');</a:t>
            </a:r>
          </a:p>
          <a:p>
            <a:pPr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  </a:t>
            </a:r>
            <a:r>
              <a:rPr lang="en-US" altLang="zh-TW" sz="2400" dirty="0" err="1">
                <a:latin typeface="Arial" panose="020B0604020202020204" pitchFamily="34" charset="0"/>
              </a:rPr>
              <a:t>setTimeout</a:t>
            </a:r>
            <a:r>
              <a:rPr lang="en-US" altLang="zh-TW" sz="2400" dirty="0">
                <a:latin typeface="Arial" panose="020B0604020202020204" pitchFamily="34" charset="0"/>
              </a:rPr>
              <a:t>(function () {</a:t>
            </a:r>
          </a:p>
          <a:p>
            <a:pPr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            console.log('</a:t>
            </a:r>
            <a:r>
              <a:rPr lang="zh-TW" altLang="en-US" sz="2400" dirty="0">
                <a:latin typeface="Arial" panose="020B0604020202020204" pitchFamily="34" charset="0"/>
              </a:rPr>
              <a:t>咖啡</a:t>
            </a:r>
            <a:r>
              <a:rPr lang="en-US" altLang="zh-TW" sz="2400" dirty="0">
                <a:latin typeface="Arial" panose="020B0604020202020204" pitchFamily="34" charset="0"/>
              </a:rPr>
              <a:t>');</a:t>
            </a:r>
          </a:p>
          <a:p>
            <a:pPr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            </a:t>
            </a:r>
            <a:r>
              <a:rPr lang="en-US" altLang="zh-TW" sz="2400" dirty="0" err="1">
                <a:latin typeface="Arial" panose="020B0604020202020204" pitchFamily="34" charset="0"/>
              </a:rPr>
              <a:t>setTimeout</a:t>
            </a:r>
            <a:r>
              <a:rPr lang="en-US" altLang="zh-TW" sz="2400" dirty="0">
                <a:latin typeface="Arial" panose="020B0604020202020204" pitchFamily="34" charset="0"/>
              </a:rPr>
              <a:t>(function () {</a:t>
            </a:r>
          </a:p>
          <a:p>
            <a:pPr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                  console.log('</a:t>
            </a:r>
            <a:r>
              <a:rPr lang="zh-TW" altLang="en-US" sz="2400" dirty="0">
                <a:latin typeface="Arial" panose="020B0604020202020204" pitchFamily="34" charset="0"/>
              </a:rPr>
              <a:t>吐司</a:t>
            </a:r>
            <a:r>
              <a:rPr lang="en-US" altLang="zh-TW" sz="2400" dirty="0">
                <a:latin typeface="Arial" panose="020B0604020202020204" pitchFamily="34" charset="0"/>
              </a:rPr>
              <a:t>');</a:t>
            </a:r>
          </a:p>
          <a:p>
            <a:pPr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             }, 1000);</a:t>
            </a:r>
          </a:p>
          <a:p>
            <a:pPr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   }, 1000);</a:t>
            </a:r>
          </a:p>
          <a:p>
            <a:pPr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}, 1000);</a:t>
            </a:r>
          </a:p>
          <a:p>
            <a:pPr>
              <a:buFont typeface="Arial" panose="020B0604020202020204" pitchFamily="34" charset="0"/>
              <a:buNone/>
            </a:pPr>
            <a:endParaRPr lang="en-US" altLang="zh-TW" sz="2400" dirty="0">
              <a:latin typeface="Arial" panose="020B0604020202020204" pitchFamily="34" charset="0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6166622" y="1082243"/>
            <a:ext cx="5181602" cy="532923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TW" altLang="en-US" sz="2400" b="1" u="sng" dirty="0">
                <a:latin typeface="Arial" panose="020B0604020202020204" pitchFamily="34" charset="0"/>
              </a:rPr>
              <a:t>執行結果為何？</a:t>
            </a:r>
            <a:endParaRPr lang="en-US" altLang="zh-TW" sz="2400" b="1" u="sng" dirty="0">
              <a:latin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sz="2400" dirty="0">
                <a:latin typeface="Arial" panose="020B0604020202020204" pitchFamily="34" charset="0"/>
              </a:rPr>
              <a:t>等</a:t>
            </a:r>
            <a:r>
              <a:rPr lang="en-US" altLang="zh-TW" sz="2400" dirty="0">
                <a:latin typeface="Arial" panose="020B0604020202020204" pitchFamily="34" charset="0"/>
              </a:rPr>
              <a:t>1</a:t>
            </a:r>
            <a:r>
              <a:rPr lang="zh-TW" altLang="en-US" sz="2400" dirty="0">
                <a:latin typeface="Arial" panose="020B0604020202020204" pitchFamily="34" charset="0"/>
              </a:rPr>
              <a:t>秒印出蛋，再等</a:t>
            </a:r>
            <a:r>
              <a:rPr lang="en-US" altLang="zh-TW" sz="2400" dirty="0">
                <a:latin typeface="Arial" panose="020B0604020202020204" pitchFamily="34" charset="0"/>
              </a:rPr>
              <a:t>1</a:t>
            </a:r>
            <a:r>
              <a:rPr lang="zh-TW" altLang="en-US" sz="2400" dirty="0">
                <a:latin typeface="Arial" panose="020B0604020202020204" pitchFamily="34" charset="0"/>
              </a:rPr>
              <a:t>秒印出咖啡，</a:t>
            </a:r>
            <a:br>
              <a:rPr lang="en-US" altLang="zh-TW" sz="2400" dirty="0">
                <a:latin typeface="Arial" panose="020B0604020202020204" pitchFamily="34" charset="0"/>
              </a:rPr>
            </a:br>
            <a:r>
              <a:rPr lang="zh-TW" altLang="en-US" sz="2400" dirty="0">
                <a:latin typeface="Arial" panose="020B0604020202020204" pitchFamily="34" charset="0"/>
              </a:rPr>
              <a:t>再等</a:t>
            </a:r>
            <a:r>
              <a:rPr lang="en-US" altLang="zh-TW" sz="2400" dirty="0">
                <a:latin typeface="Arial" panose="020B0604020202020204" pitchFamily="34" charset="0"/>
              </a:rPr>
              <a:t>1</a:t>
            </a:r>
            <a:r>
              <a:rPr lang="zh-TW" altLang="en-US" sz="2400" dirty="0">
                <a:latin typeface="Arial" panose="020B0604020202020204" pitchFamily="34" charset="0"/>
              </a:rPr>
              <a:t>秒印出吐司</a:t>
            </a:r>
            <a:r>
              <a:rPr lang="en-US" altLang="zh-TW" sz="1800" dirty="0">
                <a:latin typeface="Arial" panose="020B0604020202020204" pitchFamily="34" charset="0"/>
              </a:rPr>
              <a:t>(</a:t>
            </a:r>
            <a:r>
              <a:rPr lang="zh-TW" altLang="en-US" sz="1800" dirty="0">
                <a:latin typeface="Arial" panose="020B0604020202020204" pitchFamily="34" charset="0"/>
              </a:rPr>
              <a:t>全部印出要</a:t>
            </a:r>
            <a:r>
              <a:rPr lang="en-US" altLang="zh-TW" sz="1800" dirty="0">
                <a:latin typeface="Arial" panose="020B0604020202020204" pitchFamily="34" charset="0"/>
              </a:rPr>
              <a:t>3</a:t>
            </a:r>
            <a:r>
              <a:rPr lang="zh-TW" altLang="en-US" sz="1800" dirty="0">
                <a:latin typeface="Arial" panose="020B0604020202020204" pitchFamily="34" charset="0"/>
              </a:rPr>
              <a:t>秒鐘</a:t>
            </a:r>
            <a:r>
              <a:rPr lang="en-US" altLang="zh-TW" sz="1800" dirty="0">
                <a:latin typeface="Arial" panose="020B0604020202020204" pitchFamily="34" charset="0"/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endParaRPr lang="en-US" altLang="zh-TW" sz="2400" dirty="0">
              <a:latin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sz="2400" dirty="0">
                <a:latin typeface="Arial" panose="020B0604020202020204" pitchFamily="34" charset="0"/>
              </a:rPr>
              <a:t>等</a:t>
            </a:r>
            <a:r>
              <a:rPr lang="en-US" altLang="zh-TW" sz="2400" dirty="0">
                <a:latin typeface="Arial" panose="020B0604020202020204" pitchFamily="34" charset="0"/>
              </a:rPr>
              <a:t>1</a:t>
            </a:r>
            <a:r>
              <a:rPr lang="zh-TW" altLang="en-US" sz="2400" dirty="0">
                <a:latin typeface="Arial" panose="020B0604020202020204" pitchFamily="34" charset="0"/>
              </a:rPr>
              <a:t>秒印出吐司，再等</a:t>
            </a:r>
            <a:r>
              <a:rPr lang="en-US" altLang="zh-TW" sz="2400" dirty="0">
                <a:latin typeface="Arial" panose="020B0604020202020204" pitchFamily="34" charset="0"/>
              </a:rPr>
              <a:t>1</a:t>
            </a:r>
            <a:r>
              <a:rPr lang="zh-TW" altLang="en-US" sz="2400" dirty="0">
                <a:latin typeface="Arial" panose="020B0604020202020204" pitchFamily="34" charset="0"/>
              </a:rPr>
              <a:t>秒印出咖啡</a:t>
            </a:r>
            <a:br>
              <a:rPr lang="en-US" altLang="zh-TW" sz="2400" dirty="0">
                <a:latin typeface="Arial" panose="020B0604020202020204" pitchFamily="34" charset="0"/>
              </a:rPr>
            </a:br>
            <a:r>
              <a:rPr lang="zh-TW" altLang="en-US" sz="2400" dirty="0">
                <a:latin typeface="Arial" panose="020B0604020202020204" pitchFamily="34" charset="0"/>
              </a:rPr>
              <a:t>，再等</a:t>
            </a:r>
            <a:r>
              <a:rPr lang="en-US" altLang="zh-TW" sz="2400" dirty="0">
                <a:latin typeface="Arial" panose="020B0604020202020204" pitchFamily="34" charset="0"/>
              </a:rPr>
              <a:t>1</a:t>
            </a:r>
            <a:r>
              <a:rPr lang="zh-TW" altLang="en-US" sz="2400" dirty="0">
                <a:latin typeface="Arial" panose="020B0604020202020204" pitchFamily="34" charset="0"/>
              </a:rPr>
              <a:t>秒印出蛋</a:t>
            </a:r>
            <a:r>
              <a:rPr lang="en-US" altLang="zh-TW" sz="1800" dirty="0">
                <a:latin typeface="Arial" panose="020B0604020202020204" pitchFamily="34" charset="0"/>
              </a:rPr>
              <a:t>(</a:t>
            </a:r>
            <a:r>
              <a:rPr lang="zh-TW" altLang="en-US" sz="1800" dirty="0">
                <a:latin typeface="Arial" panose="020B0604020202020204" pitchFamily="34" charset="0"/>
              </a:rPr>
              <a:t>全部印出要</a:t>
            </a:r>
            <a:r>
              <a:rPr lang="en-US" altLang="zh-TW" sz="1800" dirty="0">
                <a:latin typeface="Arial" panose="020B0604020202020204" pitchFamily="34" charset="0"/>
              </a:rPr>
              <a:t>3</a:t>
            </a:r>
            <a:r>
              <a:rPr lang="zh-TW" altLang="en-US" sz="1800" dirty="0">
                <a:latin typeface="Arial" panose="020B0604020202020204" pitchFamily="34" charset="0"/>
              </a:rPr>
              <a:t>秒鐘</a:t>
            </a:r>
            <a:r>
              <a:rPr lang="en-US" altLang="zh-TW" sz="1800" dirty="0">
                <a:latin typeface="Arial" panose="020B0604020202020204" pitchFamily="34" charset="0"/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endParaRPr lang="en-US" altLang="zh-TW" sz="2400" dirty="0">
              <a:latin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sz="2400" dirty="0">
                <a:latin typeface="Arial" panose="020B0604020202020204" pitchFamily="34" charset="0"/>
              </a:rPr>
              <a:t>等</a:t>
            </a:r>
            <a:r>
              <a:rPr lang="en-US" altLang="zh-TW" sz="2400" dirty="0">
                <a:latin typeface="Arial" panose="020B0604020202020204" pitchFamily="34" charset="0"/>
              </a:rPr>
              <a:t>3</a:t>
            </a:r>
            <a:r>
              <a:rPr lang="zh-TW" altLang="en-US" sz="2400" dirty="0">
                <a:latin typeface="Arial" panose="020B0604020202020204" pitchFamily="34" charset="0"/>
              </a:rPr>
              <a:t>秒，依序印出蛋、咖啡、吐司</a:t>
            </a:r>
            <a:endParaRPr lang="en-US" altLang="zh-TW" sz="2400" dirty="0">
              <a:latin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altLang="zh-TW" sz="2400" dirty="0">
              <a:latin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sz="2400" dirty="0">
                <a:latin typeface="Arial" panose="020B0604020202020204" pitchFamily="34" charset="0"/>
              </a:rPr>
              <a:t>等</a:t>
            </a:r>
            <a:r>
              <a:rPr lang="en-US" altLang="zh-TW" sz="2400" dirty="0">
                <a:latin typeface="Arial" panose="020B0604020202020204" pitchFamily="34" charset="0"/>
              </a:rPr>
              <a:t>3</a:t>
            </a:r>
            <a:r>
              <a:rPr lang="zh-TW" altLang="en-US" sz="2400" dirty="0">
                <a:latin typeface="Arial" panose="020B0604020202020204" pitchFamily="34" charset="0"/>
              </a:rPr>
              <a:t>秒，依序印出吐司、咖啡、蛋</a:t>
            </a:r>
            <a:endParaRPr lang="en-US" altLang="zh-TW" sz="24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zh-TW" sz="2400" dirty="0">
              <a:latin typeface="Arial" panose="020B0604020202020204" pitchFamily="34" charset="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623" y="3331013"/>
            <a:ext cx="1631797" cy="93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3291856" y="5164985"/>
            <a:ext cx="2520950" cy="115093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TW" sz="2400" dirty="0"/>
              <a:t>callback hell</a:t>
            </a:r>
          </a:p>
          <a:p>
            <a:pPr>
              <a:defRPr/>
            </a:pPr>
            <a:r>
              <a:rPr lang="en-US" altLang="zh-TW" sz="2400" dirty="0"/>
              <a:t>pyramid of doom</a:t>
            </a:r>
          </a:p>
        </p:txBody>
      </p:sp>
    </p:spTree>
    <p:extLst>
      <p:ext uri="{BB962C8B-B14F-4D97-AF65-F5344CB8AC3E}">
        <p14:creationId xmlns:p14="http://schemas.microsoft.com/office/powerpoint/2010/main" val="4243128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非同步問題 </a:t>
            </a:r>
            <a:r>
              <a:rPr lang="en-US" altLang="zh-TW" dirty="0"/>
              <a:t>– Callback Hell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23</a:t>
            </a:fld>
            <a:endParaRPr lang="zh-TW" altLang="en-US"/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725047" y="6137186"/>
            <a:ext cx="92900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TW" altLang="en-US" sz="1800" dirty="0">
                <a:latin typeface="Arial" panose="020B0604020202020204" pitchFamily="34" charset="0"/>
              </a:rPr>
              <a:t>圖片來自：</a:t>
            </a:r>
            <a:r>
              <a:rPr lang="en-US" altLang="zh-TW" sz="1800" dirty="0">
                <a:latin typeface="Arial" panose="020B0604020202020204" pitchFamily="34" charset="0"/>
              </a:rPr>
              <a:t>https://www.linkedin.com/pulse/callback-hell-javascript-abir-tasrif-anto</a:t>
            </a:r>
            <a:endParaRPr lang="zh-TW" altLang="en-US" sz="1800" dirty="0">
              <a:latin typeface="Arial" panose="020B0604020202020204" pitchFamily="34" charset="0"/>
            </a:endParaRPr>
          </a:p>
        </p:txBody>
      </p:sp>
      <p:pic>
        <p:nvPicPr>
          <p:cNvPr id="1026" name="Picture 2" descr="Callback Hell in JavaScript">
            <a:extLst>
              <a:ext uri="{FF2B5EF4-FFF2-40B4-BE49-F238E27FC236}">
                <a16:creationId xmlns:a16="http://schemas.microsoft.com/office/drawing/2014/main" id="{AE9A1B00-CF63-D5B0-7073-CFF1E65F7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442" y="971235"/>
            <a:ext cx="9187260" cy="5165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99758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非同步問題解決之道 </a:t>
            </a:r>
            <a:r>
              <a:rPr lang="en-US" altLang="zh-TW" dirty="0"/>
              <a:t>- Promise</a:t>
            </a:r>
            <a:endParaRPr lang="zh-TW" alt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/>
              <a:t>promise</a:t>
            </a:r>
            <a:r>
              <a:rPr lang="zh-TW" altLang="en-US" dirty="0"/>
              <a:t>是一個非同步程式的語法結構，可以解決 </a:t>
            </a:r>
            <a:r>
              <a:rPr lang="en-US" altLang="zh-TW" dirty="0"/>
              <a:t>Callback hell </a:t>
            </a:r>
            <a:r>
              <a:rPr lang="zh-TW" altLang="en-US" dirty="0"/>
              <a:t>的問題</a:t>
            </a:r>
          </a:p>
          <a:p>
            <a:r>
              <a:rPr lang="zh-TW" altLang="en-US" dirty="0"/>
              <a:t>表示一個非同步程式運算完的結果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24</a:t>
            </a:fld>
            <a:endParaRPr lang="zh-TW" altLang="en-US"/>
          </a:p>
        </p:txBody>
      </p:sp>
      <p:pic>
        <p:nvPicPr>
          <p:cNvPr id="8" name="Picture 2" descr="「javascript promise」的圖片搜尋結果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4035" y="2979091"/>
            <a:ext cx="8543925" cy="316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3"/>
          <p:cNvSpPr>
            <a:spLocks noChangeArrowheads="1"/>
          </p:cNvSpPr>
          <p:nvPr/>
        </p:nvSpPr>
        <p:spPr bwMode="auto">
          <a:xfrm>
            <a:off x="1981198" y="6013012"/>
            <a:ext cx="82296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TW" altLang="en-US" sz="1200" dirty="0">
                <a:latin typeface="Arial" panose="020B0604020202020204" pitchFamily="34" charset="0"/>
              </a:rPr>
              <a:t>圖片來源：</a:t>
            </a:r>
            <a:r>
              <a:rPr lang="en-US" altLang="zh-TW" sz="1200" dirty="0">
                <a:latin typeface="Arial" panose="020B0604020202020204" pitchFamily="34" charset="0"/>
              </a:rPr>
              <a:t>https://developer.mozilla.org/en-US/docs/Web/JavaScript/Reference/Global_Objects/Promise</a:t>
            </a:r>
            <a:endParaRPr lang="zh-TW" altLang="en-US" sz="1200" dirty="0">
              <a:latin typeface="Arial" panose="020B0604020202020204" pitchFamily="34" charset="0"/>
            </a:endParaRPr>
          </a:p>
        </p:txBody>
      </p:sp>
      <p:sp>
        <p:nvSpPr>
          <p:cNvPr id="10" name="矩形 1"/>
          <p:cNvSpPr>
            <a:spLocks noChangeArrowheads="1"/>
          </p:cNvSpPr>
          <p:nvPr/>
        </p:nvSpPr>
        <p:spPr bwMode="auto">
          <a:xfrm>
            <a:off x="1981198" y="6315923"/>
            <a:ext cx="566896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200" dirty="0">
                <a:latin typeface="Arial" panose="020B0604020202020204" pitchFamily="34" charset="0"/>
              </a:rPr>
              <a:t>API </a:t>
            </a:r>
            <a:r>
              <a:rPr lang="zh-TW" altLang="en-US" sz="1200" dirty="0">
                <a:latin typeface="Arial" panose="020B0604020202020204" pitchFamily="34" charset="0"/>
              </a:rPr>
              <a:t>參考：https://w3ctag.github.io/promises-guide/</a:t>
            </a:r>
          </a:p>
        </p:txBody>
      </p:sp>
    </p:spTree>
    <p:extLst>
      <p:ext uri="{BB962C8B-B14F-4D97-AF65-F5344CB8AC3E}">
        <p14:creationId xmlns:p14="http://schemas.microsoft.com/office/powerpoint/2010/main" val="25033638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promise</a:t>
            </a:r>
            <a:r>
              <a:rPr lang="zh-TW" altLang="en-US" dirty="0"/>
              <a:t>物件的建立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25</a:t>
            </a:fld>
            <a:endParaRPr lang="zh-TW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38198" y="2420243"/>
            <a:ext cx="10515599" cy="393737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TW" sz="2400" dirty="0" err="1">
                <a:latin typeface="Arial" panose="020B0604020202020204" pitchFamily="34" charset="0"/>
              </a:rPr>
              <a:t>var</a:t>
            </a:r>
            <a:r>
              <a:rPr lang="en-US" altLang="zh-TW" sz="2400" dirty="0">
                <a:latin typeface="Arial" panose="020B0604020202020204" pitchFamily="34" charset="0"/>
              </a:rPr>
              <a:t> promise = new Promise(function(resolve, reject) 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// </a:t>
            </a:r>
            <a:r>
              <a:rPr lang="zh-TW" altLang="en-US" sz="2400" dirty="0">
                <a:latin typeface="Arial" panose="020B0604020202020204" pitchFamily="34" charset="0"/>
              </a:rPr>
              <a:t>這裡就是原來的非同步</a:t>
            </a:r>
            <a:r>
              <a:rPr lang="en-US" altLang="zh-TW" sz="2400" dirty="0">
                <a:latin typeface="Arial" panose="020B0604020202020204" pitchFamily="34" charset="0"/>
              </a:rPr>
              <a:t>(</a:t>
            </a:r>
            <a:r>
              <a:rPr lang="en-US" altLang="zh-TW" sz="2400" dirty="0" err="1">
                <a:latin typeface="Arial" panose="020B0604020202020204" pitchFamily="34" charset="0"/>
              </a:rPr>
              <a:t>async</a:t>
            </a:r>
            <a:r>
              <a:rPr lang="en-US" altLang="zh-TW" sz="2400" dirty="0">
                <a:latin typeface="Arial" panose="020B0604020202020204" pitchFamily="34" charset="0"/>
              </a:rPr>
              <a:t>)</a:t>
            </a:r>
            <a:r>
              <a:rPr lang="zh-TW" altLang="en-US" sz="2400" dirty="0">
                <a:latin typeface="Arial" panose="020B0604020202020204" pitchFamily="34" charset="0"/>
              </a:rPr>
              <a:t>、回呼</a:t>
            </a:r>
            <a:r>
              <a:rPr lang="en-US" altLang="zh-TW" sz="2400" dirty="0">
                <a:latin typeface="Arial" panose="020B0604020202020204" pitchFamily="34" charset="0"/>
              </a:rPr>
              <a:t>(callback)…</a:t>
            </a:r>
            <a:r>
              <a:rPr lang="zh-TW" altLang="en-US" sz="2400" dirty="0">
                <a:latin typeface="Arial" panose="020B0604020202020204" pitchFamily="34" charset="0"/>
              </a:rPr>
              <a:t>的程式</a:t>
            </a:r>
            <a:endParaRPr lang="en-US" altLang="zh-TW" sz="24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if (/* </a:t>
            </a:r>
            <a:r>
              <a:rPr lang="zh-TW" altLang="en-US" sz="2400" dirty="0">
                <a:latin typeface="Arial" panose="020B0604020202020204" pitchFamily="34" charset="0"/>
              </a:rPr>
              <a:t>如果程式執行的結果沒有問題 </a:t>
            </a:r>
            <a:r>
              <a:rPr lang="en-US" altLang="zh-TW" sz="2400" dirty="0">
                <a:latin typeface="Arial" panose="020B0604020202020204" pitchFamily="34" charset="0"/>
              </a:rPr>
              <a:t>*/) 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resolve(“</a:t>
            </a:r>
            <a:r>
              <a:rPr lang="zh-TW" altLang="en-US" sz="2400" dirty="0">
                <a:latin typeface="Arial" panose="020B0604020202020204" pitchFamily="34" charset="0"/>
              </a:rPr>
              <a:t>沒問題</a:t>
            </a:r>
            <a:r>
              <a:rPr lang="en-US" altLang="zh-TW" sz="2400" dirty="0">
                <a:latin typeface="Arial" panose="020B0604020202020204" pitchFamily="34" charset="0"/>
              </a:rPr>
              <a:t>!");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}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else 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reject(Error(“</a:t>
            </a:r>
            <a:r>
              <a:rPr lang="zh-TW" altLang="en-US" sz="2400" dirty="0">
                <a:latin typeface="Arial" panose="020B0604020202020204" pitchFamily="34" charset="0"/>
              </a:rPr>
              <a:t>錯誤發生了</a:t>
            </a:r>
            <a:r>
              <a:rPr lang="en-US" altLang="zh-TW" sz="2400" dirty="0">
                <a:latin typeface="Arial" panose="020B0604020202020204" pitchFamily="34" charset="0"/>
              </a:rPr>
              <a:t>!!"));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}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});</a:t>
            </a:r>
            <a:endParaRPr lang="zh-TW" altLang="en-US" sz="2400" dirty="0">
              <a:latin typeface="Arial" panose="020B0604020202020204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838198" y="1415669"/>
            <a:ext cx="10515599" cy="72501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TW" sz="2400">
                <a:latin typeface="Arial" panose="020B0604020202020204" pitchFamily="34" charset="0"/>
              </a:rPr>
              <a:t>new Promise( /* executor */ function(resolve, reject) { ... } );</a:t>
            </a:r>
            <a:endParaRPr lang="zh-TW" altLang="en-US" sz="24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7871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Promise </a:t>
            </a:r>
            <a:r>
              <a:rPr lang="zh-TW" altLang="en-US" dirty="0"/>
              <a:t>物件的使用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4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26</a:t>
            </a:fld>
            <a:endParaRPr lang="zh-TW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38198" y="1177804"/>
            <a:ext cx="10515599" cy="21676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TW" sz="2400" dirty="0" err="1">
                <a:latin typeface="Arial" panose="020B0604020202020204" pitchFamily="34" charset="0"/>
              </a:rPr>
              <a:t>promise.then</a:t>
            </a:r>
            <a:r>
              <a:rPr lang="en-US" altLang="zh-TW" sz="2400" dirty="0">
                <a:latin typeface="Arial" panose="020B0604020202020204" pitchFamily="34" charset="0"/>
              </a:rPr>
              <a:t>(function(result) 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console.log(result); //</a:t>
            </a:r>
            <a:r>
              <a:rPr lang="zh-TW" altLang="en-US" sz="2400" dirty="0">
                <a:latin typeface="Arial" panose="020B0604020202020204" pitchFamily="34" charset="0"/>
              </a:rPr>
              <a:t>沒問題</a:t>
            </a:r>
            <a:r>
              <a:rPr lang="en-US" altLang="zh-TW" sz="2400" dirty="0">
                <a:latin typeface="Arial" panose="020B0604020202020204" pitchFamily="34" charset="0"/>
              </a:rPr>
              <a:t>!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}, function(err) 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console.log(err); // Error:</a:t>
            </a:r>
            <a:r>
              <a:rPr lang="zh-TW" altLang="en-US" sz="2400" dirty="0">
                <a:latin typeface="Arial" panose="020B0604020202020204" pitchFamily="34" charset="0"/>
              </a:rPr>
              <a:t>錯誤發生了</a:t>
            </a:r>
            <a:r>
              <a:rPr lang="en-US" altLang="zh-TW" sz="2400" dirty="0">
                <a:latin typeface="Arial" panose="020B0604020202020204" pitchFamily="34" charset="0"/>
              </a:rPr>
              <a:t>!!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});</a:t>
            </a:r>
            <a:endParaRPr lang="zh-TW" altLang="en-US" sz="2400" dirty="0">
              <a:latin typeface="Arial" panose="020B0604020202020204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838198" y="3512634"/>
            <a:ext cx="10515599" cy="305543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TW" sz="2400">
                <a:latin typeface="Arial" panose="020B0604020202020204" pitchFamily="34" charset="0"/>
              </a:rPr>
              <a:t>promise.then(function (result) {</a:t>
            </a:r>
          </a:p>
          <a:p>
            <a:pPr>
              <a:buFont typeface="Arial" panose="020B0604020202020204" pitchFamily="34" charset="0"/>
              <a:buNone/>
            </a:pPr>
            <a:r>
              <a:rPr lang="zh-TW" altLang="en-US" sz="2400">
                <a:latin typeface="Arial" panose="020B0604020202020204" pitchFamily="34" charset="0"/>
              </a:rPr>
              <a:t>    </a:t>
            </a:r>
            <a:r>
              <a:rPr lang="en-US" altLang="zh-TW" sz="2400">
                <a:latin typeface="Arial" panose="020B0604020202020204" pitchFamily="34" charset="0"/>
              </a:rPr>
              <a:t>console.log(result)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>
                <a:latin typeface="Arial" panose="020B0604020202020204" pitchFamily="34" charset="0"/>
              </a:rPr>
              <a:t>}).catch(function (error) {</a:t>
            </a:r>
          </a:p>
          <a:p>
            <a:pPr>
              <a:buFont typeface="Arial" panose="020B0604020202020204" pitchFamily="34" charset="0"/>
              <a:buNone/>
            </a:pPr>
            <a:r>
              <a:rPr lang="zh-TW" altLang="en-US" sz="2400">
                <a:latin typeface="Arial" panose="020B0604020202020204" pitchFamily="34" charset="0"/>
              </a:rPr>
              <a:t>    </a:t>
            </a:r>
            <a:r>
              <a:rPr lang="en-US" altLang="zh-TW" sz="2400">
                <a:latin typeface="Arial" panose="020B0604020202020204" pitchFamily="34" charset="0"/>
              </a:rPr>
              <a:t>console.log("error:" + error);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>
                <a:latin typeface="Arial" panose="020B0604020202020204" pitchFamily="34" charset="0"/>
              </a:rPr>
              <a:t>}).finally(function () 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>
                <a:latin typeface="Arial" panose="020B0604020202020204" pitchFamily="34" charset="0"/>
              </a:rPr>
              <a:t>    console.log('</a:t>
            </a:r>
            <a:r>
              <a:rPr lang="zh-TW" altLang="en-US" sz="2400">
                <a:latin typeface="Arial" panose="020B0604020202020204" pitchFamily="34" charset="0"/>
              </a:rPr>
              <a:t>結束</a:t>
            </a:r>
            <a:r>
              <a:rPr lang="en-US" altLang="zh-TW" sz="2400">
                <a:latin typeface="Arial" panose="020B0604020202020204" pitchFamily="34" charset="0"/>
              </a:rPr>
              <a:t>')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>
                <a:latin typeface="Arial" panose="020B0604020202020204" pitchFamily="34" charset="0"/>
              </a:rPr>
              <a:t>})</a:t>
            </a:r>
            <a:endParaRPr lang="zh-TW" altLang="en-US" sz="24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2258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改用 </a:t>
            </a:r>
            <a:r>
              <a:rPr lang="en-US" altLang="zh-TW" dirty="0"/>
              <a:t>Promise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TW" altLang="en-US" dirty="0"/>
              <a:t>建立一個函式</a:t>
            </a:r>
            <a:r>
              <a:rPr lang="en-US" altLang="zh-TW" dirty="0"/>
              <a:t>(function)</a:t>
            </a:r>
            <a:r>
              <a:rPr lang="zh-TW" altLang="en-US" dirty="0"/>
              <a:t>，回傳 </a:t>
            </a:r>
            <a:r>
              <a:rPr lang="en-US" altLang="zh-TW" dirty="0"/>
              <a:t>Promise </a:t>
            </a:r>
            <a:r>
              <a:rPr lang="zh-TW" altLang="en-US" dirty="0"/>
              <a:t>物件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27</a:t>
            </a:fld>
            <a:endParaRPr lang="zh-TW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38198" y="2233975"/>
            <a:ext cx="10515599" cy="374558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function </a:t>
            </a:r>
            <a:r>
              <a:rPr lang="en-US" altLang="zh-TW" sz="2400" dirty="0" err="1">
                <a:latin typeface="Arial" panose="020B0604020202020204" pitchFamily="34" charset="0"/>
              </a:rPr>
              <a:t>printSomething</a:t>
            </a:r>
            <a:r>
              <a:rPr lang="en-US" altLang="zh-TW" sz="2400" dirty="0">
                <a:latin typeface="Arial" panose="020B0604020202020204" pitchFamily="34" charset="0"/>
              </a:rPr>
              <a:t>(data) {             </a:t>
            </a:r>
          </a:p>
          <a:p>
            <a:pPr>
              <a:buFont typeface="Arial" panose="020B0604020202020204" pitchFamily="34" charset="0"/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    </a:t>
            </a:r>
            <a:r>
              <a:rPr lang="en-US" altLang="zh-TW" sz="2400" dirty="0">
                <a:latin typeface="Arial" panose="020B0604020202020204" pitchFamily="34" charset="0"/>
              </a:rPr>
              <a:t>const promise = new Promise(function (resolve, reject) {</a:t>
            </a:r>
          </a:p>
          <a:p>
            <a:pPr>
              <a:buFont typeface="Arial" panose="020B0604020202020204" pitchFamily="34" charset="0"/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        </a:t>
            </a:r>
            <a:r>
              <a:rPr lang="en-US" altLang="zh-TW" sz="2400" dirty="0" err="1">
                <a:latin typeface="Arial" panose="020B0604020202020204" pitchFamily="34" charset="0"/>
              </a:rPr>
              <a:t>setTimeout</a:t>
            </a:r>
            <a:r>
              <a:rPr lang="en-US" altLang="zh-TW" sz="2400" dirty="0">
                <a:latin typeface="Arial" panose="020B0604020202020204" pitchFamily="34" charset="0"/>
              </a:rPr>
              <a:t>(function () {                    </a:t>
            </a:r>
          </a:p>
          <a:p>
            <a:pPr>
              <a:buFont typeface="Arial" panose="020B0604020202020204" pitchFamily="34" charset="0"/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            </a:t>
            </a:r>
            <a:r>
              <a:rPr lang="en-US" altLang="zh-TW" sz="2400" dirty="0">
                <a:latin typeface="Arial" panose="020B0604020202020204" pitchFamily="34" charset="0"/>
              </a:rPr>
              <a:t>resolve(data)</a:t>
            </a:r>
          </a:p>
          <a:p>
            <a:pPr>
              <a:buFont typeface="Arial" panose="020B0604020202020204" pitchFamily="34" charset="0"/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        </a:t>
            </a:r>
            <a:r>
              <a:rPr lang="en-US" altLang="zh-TW" sz="2400" dirty="0">
                <a:latin typeface="Arial" panose="020B0604020202020204" pitchFamily="34" charset="0"/>
              </a:rPr>
              <a:t>}, 1000);</a:t>
            </a:r>
          </a:p>
          <a:p>
            <a:pPr>
              <a:buFont typeface="Arial" panose="020B0604020202020204" pitchFamily="34" charset="0"/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    </a:t>
            </a:r>
            <a:r>
              <a:rPr lang="en-US" altLang="zh-TW" sz="2400" dirty="0">
                <a:latin typeface="Arial" panose="020B0604020202020204" pitchFamily="34" charset="0"/>
              </a:rPr>
              <a:t>})</a:t>
            </a:r>
          </a:p>
          <a:p>
            <a:pPr>
              <a:buFont typeface="Arial" panose="020B0604020202020204" pitchFamily="34" charset="0"/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    </a:t>
            </a:r>
            <a:r>
              <a:rPr lang="en-US" altLang="zh-TW" sz="2400" dirty="0">
                <a:latin typeface="Arial" panose="020B0604020202020204" pitchFamily="34" charset="0"/>
              </a:rPr>
              <a:t>return promise;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}</a:t>
            </a:r>
            <a:endParaRPr lang="zh-TW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613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Promise </a:t>
            </a:r>
            <a:r>
              <a:rPr lang="zh-TW" altLang="en-US" dirty="0"/>
              <a:t>的鏈式呼叫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TW" altLang="en-US" dirty="0"/>
              <a:t>呼叫回傳 </a:t>
            </a:r>
            <a:r>
              <a:rPr lang="en-US" altLang="zh-TW" dirty="0"/>
              <a:t>Promise </a:t>
            </a:r>
            <a:r>
              <a:rPr lang="zh-TW" altLang="en-US" dirty="0"/>
              <a:t>物件的函式</a:t>
            </a:r>
            <a:r>
              <a:rPr lang="en-US" altLang="zh-TW" dirty="0"/>
              <a:t>(function)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28</a:t>
            </a:fld>
            <a:endParaRPr lang="zh-TW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38198" y="1973767"/>
            <a:ext cx="10515599" cy="482847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TW" sz="2400" dirty="0" err="1">
                <a:latin typeface="Arial" panose="020B0604020202020204" pitchFamily="34" charset="0"/>
              </a:rPr>
              <a:t>printSomething</a:t>
            </a:r>
            <a:r>
              <a:rPr lang="en-US" altLang="zh-TW" sz="2400" dirty="0">
                <a:latin typeface="Arial" panose="020B0604020202020204" pitchFamily="34" charset="0"/>
              </a:rPr>
              <a:t>('</a:t>
            </a:r>
            <a:r>
              <a:rPr lang="zh-TW" altLang="en-US" sz="2400" dirty="0">
                <a:latin typeface="Arial" panose="020B0604020202020204" pitchFamily="34" charset="0"/>
              </a:rPr>
              <a:t>蛋</a:t>
            </a:r>
            <a:r>
              <a:rPr lang="en-US" altLang="zh-TW" sz="2400" dirty="0">
                <a:latin typeface="Arial" panose="020B0604020202020204" pitchFamily="34" charset="0"/>
              </a:rPr>
              <a:t>')</a:t>
            </a:r>
          </a:p>
          <a:p>
            <a:pPr>
              <a:buFont typeface="Arial" panose="020B0604020202020204" pitchFamily="34" charset="0"/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     </a:t>
            </a:r>
            <a:r>
              <a:rPr lang="en-US" altLang="zh-TW" sz="2400" dirty="0">
                <a:latin typeface="Arial" panose="020B0604020202020204" pitchFamily="34" charset="0"/>
              </a:rPr>
              <a:t>.then((data) =&gt; 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</a:t>
            </a:r>
            <a:r>
              <a:rPr lang="zh-TW" altLang="en-US" sz="2400" dirty="0">
                <a:latin typeface="Arial" panose="020B0604020202020204" pitchFamily="34" charset="0"/>
              </a:rPr>
              <a:t>    </a:t>
            </a:r>
            <a:r>
              <a:rPr lang="en-US" altLang="zh-TW" sz="2400" dirty="0">
                <a:latin typeface="Arial" panose="020B0604020202020204" pitchFamily="34" charset="0"/>
              </a:rPr>
              <a:t>console.log(data);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   return </a:t>
            </a:r>
            <a:r>
              <a:rPr lang="en-US" altLang="zh-TW" sz="2400" dirty="0" err="1">
                <a:latin typeface="Arial" panose="020B0604020202020204" pitchFamily="34" charset="0"/>
              </a:rPr>
              <a:t>printSomething</a:t>
            </a:r>
            <a:r>
              <a:rPr lang="en-US" altLang="zh-TW" sz="2400" dirty="0">
                <a:latin typeface="Arial" panose="020B0604020202020204" pitchFamily="34" charset="0"/>
              </a:rPr>
              <a:t>('</a:t>
            </a:r>
            <a:r>
              <a:rPr lang="zh-TW" altLang="en-US" sz="2400" dirty="0">
                <a:latin typeface="Arial" panose="020B0604020202020204" pitchFamily="34" charset="0"/>
              </a:rPr>
              <a:t>咖啡</a:t>
            </a:r>
            <a:r>
              <a:rPr lang="en-US" altLang="zh-TW" sz="2400" dirty="0">
                <a:latin typeface="Arial" panose="020B0604020202020204" pitchFamily="34" charset="0"/>
              </a:rPr>
              <a:t>');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})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.then((data) =&gt; 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   console.log(data);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   return </a:t>
            </a:r>
            <a:r>
              <a:rPr lang="en-US" altLang="zh-TW" sz="2400" dirty="0" err="1">
                <a:latin typeface="Arial" panose="020B0604020202020204" pitchFamily="34" charset="0"/>
              </a:rPr>
              <a:t>printSomething</a:t>
            </a:r>
            <a:r>
              <a:rPr lang="en-US" altLang="zh-TW" sz="2400" dirty="0">
                <a:latin typeface="Arial" panose="020B0604020202020204" pitchFamily="34" charset="0"/>
              </a:rPr>
              <a:t>('</a:t>
            </a:r>
            <a:r>
              <a:rPr lang="zh-TW" altLang="en-US" sz="2400" dirty="0">
                <a:latin typeface="Arial" panose="020B0604020202020204" pitchFamily="34" charset="0"/>
              </a:rPr>
              <a:t>土司</a:t>
            </a:r>
            <a:r>
              <a:rPr lang="en-US" altLang="zh-TW" sz="2400" dirty="0">
                <a:latin typeface="Arial" panose="020B0604020202020204" pitchFamily="34" charset="0"/>
              </a:rPr>
              <a:t>');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}).then((data) =&gt; 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    console.log(data);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})</a:t>
            </a:r>
            <a:endParaRPr lang="zh-TW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49326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Promise</a:t>
            </a:r>
            <a:r>
              <a:rPr lang="zh-TW" altLang="en-US" dirty="0"/>
              <a:t>語法簡化語法糖 </a:t>
            </a:r>
            <a:r>
              <a:rPr lang="en-US" altLang="zh-TW" dirty="0"/>
              <a:t>- async await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 err="1"/>
              <a:t>async</a:t>
            </a:r>
            <a:r>
              <a:rPr lang="en-US" altLang="zh-TW" dirty="0"/>
              <a:t> </a:t>
            </a:r>
            <a:r>
              <a:rPr lang="zh-TW" altLang="en-US" dirty="0"/>
              <a:t>定義一個非同步的函式，這個函式回傳一個 </a:t>
            </a:r>
            <a:r>
              <a:rPr lang="en-US" altLang="zh-TW" dirty="0"/>
              <a:t>promise</a:t>
            </a:r>
          </a:p>
          <a:p>
            <a:r>
              <a:rPr lang="en-US" altLang="zh-TW" dirty="0"/>
              <a:t>await </a:t>
            </a:r>
            <a:r>
              <a:rPr lang="zh-TW" altLang="en-US" dirty="0"/>
              <a:t>在</a:t>
            </a:r>
            <a:r>
              <a:rPr lang="en-US" altLang="zh-TW" dirty="0" err="1"/>
              <a:t>async</a:t>
            </a:r>
            <a:r>
              <a:rPr lang="zh-TW" altLang="en-US" dirty="0"/>
              <a:t>所定義的</a:t>
            </a:r>
            <a:r>
              <a:rPr lang="en-US" altLang="zh-TW" dirty="0"/>
              <a:t>function</a:t>
            </a:r>
            <a:r>
              <a:rPr lang="zh-TW" altLang="en-US" dirty="0"/>
              <a:t>中使用，用來等待回傳的</a:t>
            </a:r>
            <a:r>
              <a:rPr lang="en-US" altLang="zh-TW" dirty="0"/>
              <a:t>promise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29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838199" y="3861506"/>
            <a:ext cx="10515599" cy="15696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pPr eaLnBrk="1" hangingPunct="1">
              <a:defRPr/>
            </a:pPr>
            <a:r>
              <a:rPr lang="en-US" altLang="zh-TW" sz="2400" dirty="0">
                <a:latin typeface="Arial" charset="0"/>
              </a:rPr>
              <a:t>async function </a:t>
            </a:r>
            <a:r>
              <a:rPr lang="en-US" altLang="zh-TW" sz="2400" dirty="0" err="1">
                <a:latin typeface="Arial" charset="0"/>
              </a:rPr>
              <a:t>asyncFunc</a:t>
            </a:r>
            <a:r>
              <a:rPr lang="en-US" altLang="zh-TW" sz="2400" dirty="0">
                <a:latin typeface="Arial" charset="0"/>
              </a:rPr>
              <a:t>() {</a:t>
            </a:r>
          </a:p>
          <a:p>
            <a:pPr eaLnBrk="1" hangingPunct="1">
              <a:defRPr/>
            </a:pPr>
            <a:r>
              <a:rPr lang="en-US" altLang="zh-TW" sz="2400" dirty="0">
                <a:latin typeface="Arial" charset="0"/>
              </a:rPr>
              <a:t>    let data = await </a:t>
            </a:r>
            <a:r>
              <a:rPr lang="en-US" altLang="zh-TW" sz="2400" dirty="0" err="1">
                <a:latin typeface="Arial" charset="0"/>
              </a:rPr>
              <a:t>printSomething</a:t>
            </a:r>
            <a:r>
              <a:rPr lang="en-US" altLang="zh-TW" sz="2400" dirty="0">
                <a:latin typeface="Arial" charset="0"/>
              </a:rPr>
              <a:t>("</a:t>
            </a:r>
            <a:r>
              <a:rPr lang="zh-TW" altLang="en-US" sz="2400" dirty="0">
                <a:latin typeface="Arial" charset="0"/>
              </a:rPr>
              <a:t>蛋</a:t>
            </a:r>
            <a:r>
              <a:rPr lang="en-US" altLang="zh-TW" sz="2400" dirty="0">
                <a:latin typeface="Arial" charset="0"/>
              </a:rPr>
              <a:t>");</a:t>
            </a:r>
          </a:p>
          <a:p>
            <a:pPr eaLnBrk="1" hangingPunct="1">
              <a:defRPr/>
            </a:pPr>
            <a:r>
              <a:rPr lang="en-US" altLang="zh-TW" sz="2400" dirty="0">
                <a:latin typeface="Arial" charset="0"/>
              </a:rPr>
              <a:t>    console.log(data);</a:t>
            </a:r>
          </a:p>
          <a:p>
            <a:pPr eaLnBrk="1" hangingPunct="1">
              <a:defRPr/>
            </a:pPr>
            <a:r>
              <a:rPr lang="en-US" altLang="zh-TW" sz="2400" dirty="0">
                <a:latin typeface="Arial" charset="0"/>
              </a:rPr>
              <a:t>}  </a:t>
            </a:r>
          </a:p>
        </p:txBody>
      </p:sp>
    </p:spTree>
    <p:extLst>
      <p:ext uri="{BB962C8B-B14F-4D97-AF65-F5344CB8AC3E}">
        <p14:creationId xmlns:p14="http://schemas.microsoft.com/office/powerpoint/2010/main" val="19135280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6853A50-130F-10BE-4E80-01BA99D147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30</a:t>
            </a:fld>
            <a:endParaRPr lang="zh-TW" altLang="en-US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B8FB002C-CB71-9B4F-206F-F315867AB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你喜歡哪一段程式碼？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F74D9305-B62F-DAE9-3B29-B1F92E886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56" y="1223319"/>
            <a:ext cx="3920019" cy="444088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蒸蛋</a:t>
            </a:r>
            <a:r>
              <a:rPr lang="en-US" altLang="zh-TW" sz="2400" dirty="0">
                <a:latin typeface="Arial" panose="020B0604020202020204" pitchFamily="34" charset="0"/>
              </a:rPr>
              <a:t>(()</a:t>
            </a:r>
            <a:r>
              <a:rPr lang="zh-TW" altLang="en-US" sz="2400" dirty="0">
                <a:latin typeface="Arial" panose="020B0604020202020204" pitchFamily="34" charset="0"/>
              </a:rPr>
              <a:t> </a:t>
            </a:r>
            <a:r>
              <a:rPr lang="en-US" altLang="zh-TW" sz="2400" dirty="0">
                <a:latin typeface="Arial" panose="020B0604020202020204" pitchFamily="34" charset="0"/>
              </a:rPr>
              <a:t>=&gt;</a:t>
            </a:r>
            <a:r>
              <a:rPr lang="zh-TW" altLang="en-US" sz="2400" dirty="0">
                <a:latin typeface="Arial" panose="020B0604020202020204" pitchFamily="34" charset="0"/>
              </a:rPr>
              <a:t> </a:t>
            </a:r>
            <a:r>
              <a:rPr lang="en-US" altLang="zh-TW" sz="2400" dirty="0">
                <a:latin typeface="Arial" panose="020B0604020202020204" pitchFamily="34" charset="0"/>
              </a:rPr>
              <a:t>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</a:t>
            </a:r>
            <a:r>
              <a:rPr lang="zh-TW" altLang="en-US" sz="2400" dirty="0">
                <a:latin typeface="Arial" panose="020B0604020202020204" pitchFamily="34" charset="0"/>
              </a:rPr>
              <a:t> 煮咖啡</a:t>
            </a:r>
            <a:r>
              <a:rPr lang="en-US" altLang="zh-TW" sz="2400" dirty="0">
                <a:latin typeface="Arial" panose="020B0604020202020204" pitchFamily="34" charset="0"/>
              </a:rPr>
              <a:t>(()</a:t>
            </a:r>
            <a:r>
              <a:rPr lang="zh-TW" altLang="en-US" sz="2400" dirty="0">
                <a:latin typeface="Arial" panose="020B0604020202020204" pitchFamily="34" charset="0"/>
              </a:rPr>
              <a:t> </a:t>
            </a:r>
            <a:r>
              <a:rPr lang="en-US" altLang="zh-TW" sz="2400" dirty="0">
                <a:latin typeface="Arial" panose="020B0604020202020204" pitchFamily="34" charset="0"/>
              </a:rPr>
              <a:t>=&gt;</a:t>
            </a:r>
            <a:r>
              <a:rPr lang="zh-TW" altLang="en-US" sz="2400" dirty="0">
                <a:latin typeface="Arial" panose="020B0604020202020204" pitchFamily="34" charset="0"/>
              </a:rPr>
              <a:t> </a:t>
            </a:r>
            <a:r>
              <a:rPr lang="en-US" altLang="zh-TW" sz="2400" dirty="0">
                <a:latin typeface="Arial" panose="020B0604020202020204" pitchFamily="34" charset="0"/>
              </a:rPr>
              <a:t>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</a:t>
            </a:r>
            <a:r>
              <a:rPr lang="zh-TW" altLang="en-US" sz="2400" dirty="0">
                <a:latin typeface="Arial" panose="020B0604020202020204" pitchFamily="34" charset="0"/>
              </a:rPr>
              <a:t>   烤土司</a:t>
            </a:r>
            <a:r>
              <a:rPr lang="en-US" altLang="zh-TW" sz="2400" dirty="0">
                <a:latin typeface="Arial" panose="020B0604020202020204" pitchFamily="34" charset="0"/>
              </a:rPr>
              <a:t>(()</a:t>
            </a:r>
            <a:r>
              <a:rPr lang="zh-TW" altLang="en-US" sz="2400" dirty="0">
                <a:latin typeface="Arial" panose="020B0604020202020204" pitchFamily="34" charset="0"/>
              </a:rPr>
              <a:t> </a:t>
            </a:r>
            <a:r>
              <a:rPr lang="en-US" altLang="zh-TW" sz="2400" dirty="0">
                <a:latin typeface="Arial" panose="020B0604020202020204" pitchFamily="34" charset="0"/>
              </a:rPr>
              <a:t>=&gt;</a:t>
            </a:r>
            <a:r>
              <a:rPr lang="zh-TW" altLang="en-US" sz="2400" dirty="0">
                <a:latin typeface="Arial" panose="020B0604020202020204" pitchFamily="34" charset="0"/>
              </a:rPr>
              <a:t> </a:t>
            </a:r>
            <a:r>
              <a:rPr lang="en-US" altLang="zh-TW" sz="2400" dirty="0">
                <a:latin typeface="Arial" panose="020B0604020202020204" pitchFamily="34" charset="0"/>
              </a:rPr>
              <a:t>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</a:t>
            </a:r>
            <a:r>
              <a:rPr lang="zh-TW" altLang="en-US" sz="2400" dirty="0">
                <a:latin typeface="Arial" panose="020B0604020202020204" pitchFamily="34" charset="0"/>
              </a:rPr>
              <a:t>     吃早餐</a:t>
            </a:r>
            <a:r>
              <a:rPr lang="en-US" altLang="zh-TW" sz="2400" dirty="0">
                <a:latin typeface="Arial" panose="020B0604020202020204" pitchFamily="34" charset="0"/>
              </a:rPr>
              <a:t>()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</a:t>
            </a:r>
            <a:r>
              <a:rPr lang="zh-TW" altLang="en-US" sz="2400" dirty="0">
                <a:latin typeface="Arial" panose="020B0604020202020204" pitchFamily="34" charset="0"/>
              </a:rPr>
              <a:t>   </a:t>
            </a:r>
            <a:r>
              <a:rPr lang="en-US" altLang="zh-TW" sz="2400" dirty="0">
                <a:latin typeface="Arial" panose="020B0604020202020204" pitchFamily="34" charset="0"/>
              </a:rPr>
              <a:t> })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</a:t>
            </a:r>
            <a:r>
              <a:rPr lang="zh-TW" altLang="en-US" sz="2400" dirty="0">
                <a:latin typeface="Arial" panose="020B0604020202020204" pitchFamily="34" charset="0"/>
              </a:rPr>
              <a:t> </a:t>
            </a:r>
            <a:r>
              <a:rPr lang="en-US" altLang="zh-TW" sz="2400" dirty="0">
                <a:latin typeface="Arial" panose="020B0604020202020204" pitchFamily="34" charset="0"/>
              </a:rPr>
              <a:t>})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})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68FE2F76-A328-71D5-F586-C645A489B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690" y="1210963"/>
            <a:ext cx="3839485" cy="445323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蒸蛋</a:t>
            </a:r>
            <a:r>
              <a:rPr lang="en-US" altLang="zh-TW" sz="2400" dirty="0">
                <a:latin typeface="Arial" panose="020B0604020202020204" pitchFamily="34" charset="0"/>
              </a:rPr>
              <a:t>()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.then(() =&gt; </a:t>
            </a:r>
            <a:r>
              <a:rPr lang="zh-TW" altLang="en-US" sz="2400" dirty="0">
                <a:latin typeface="Arial" panose="020B0604020202020204" pitchFamily="34" charset="0"/>
              </a:rPr>
              <a:t>煮咖啡</a:t>
            </a:r>
            <a:r>
              <a:rPr lang="en-US" altLang="zh-TW" sz="2400" dirty="0">
                <a:latin typeface="Arial" panose="020B0604020202020204" pitchFamily="34" charset="0"/>
              </a:rPr>
              <a:t>())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.then(() =&gt; </a:t>
            </a:r>
            <a:r>
              <a:rPr lang="zh-TW" altLang="en-US" sz="2400" dirty="0">
                <a:latin typeface="Arial" panose="020B0604020202020204" pitchFamily="34" charset="0"/>
              </a:rPr>
              <a:t>烤土司</a:t>
            </a:r>
            <a:r>
              <a:rPr lang="en-US" altLang="zh-TW" sz="2400" dirty="0">
                <a:latin typeface="Arial" panose="020B0604020202020204" pitchFamily="34" charset="0"/>
              </a:rPr>
              <a:t>())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.then(() =&gt; </a:t>
            </a:r>
            <a:r>
              <a:rPr lang="zh-TW" altLang="en-US" sz="2400" dirty="0">
                <a:latin typeface="Arial" panose="020B0604020202020204" pitchFamily="34" charset="0"/>
              </a:rPr>
              <a:t>吃早餐</a:t>
            </a:r>
            <a:r>
              <a:rPr lang="en-US" altLang="zh-TW" sz="2400" dirty="0">
                <a:latin typeface="Arial" panose="020B0604020202020204" pitchFamily="34" charset="0"/>
              </a:rPr>
              <a:t>())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.catch(</a:t>
            </a:r>
            <a:r>
              <a:rPr lang="en-US" altLang="zh-TW" sz="2400" dirty="0" err="1">
                <a:latin typeface="Arial" panose="020B0604020202020204" pitchFamily="34" charset="0"/>
              </a:rPr>
              <a:t>handleErr</a:t>
            </a:r>
            <a:r>
              <a:rPr lang="en-US" altLang="zh-TW" sz="2400" dirty="0"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2F599A54-5685-E564-96FC-81BD9AA58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8800" y="1210963"/>
            <a:ext cx="3914127" cy="445323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await </a:t>
            </a:r>
            <a:r>
              <a:rPr lang="zh-TW" altLang="en-US" sz="2400" dirty="0">
                <a:latin typeface="Arial" panose="020B0604020202020204" pitchFamily="34" charset="0"/>
              </a:rPr>
              <a:t>蒸蛋</a:t>
            </a:r>
            <a:r>
              <a:rPr lang="en-US" altLang="zh-TW" sz="2400" dirty="0">
                <a:latin typeface="Arial" panose="020B0604020202020204" pitchFamily="34" charset="0"/>
              </a:rPr>
              <a:t>()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await </a:t>
            </a:r>
            <a:r>
              <a:rPr lang="zh-TW" altLang="en-US" sz="2400" dirty="0">
                <a:latin typeface="Arial" panose="020B0604020202020204" pitchFamily="34" charset="0"/>
              </a:rPr>
              <a:t>煮咖啡</a:t>
            </a:r>
            <a:r>
              <a:rPr lang="en-US" altLang="zh-TW" sz="2400" dirty="0">
                <a:latin typeface="Arial" panose="020B0604020202020204" pitchFamily="34" charset="0"/>
              </a:rPr>
              <a:t>()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await </a:t>
            </a:r>
            <a:r>
              <a:rPr lang="zh-TW" altLang="en-US" sz="2400" dirty="0">
                <a:latin typeface="Arial" panose="020B0604020202020204" pitchFamily="34" charset="0"/>
              </a:rPr>
              <a:t>烤土司</a:t>
            </a:r>
            <a:r>
              <a:rPr lang="en-US" altLang="zh-TW" sz="2400" dirty="0">
                <a:latin typeface="Arial" panose="020B0604020202020204" pitchFamily="34" charset="0"/>
              </a:rPr>
              <a:t>()</a:t>
            </a:r>
          </a:p>
          <a:p>
            <a:pPr>
              <a:buFont typeface="Arial" panose="020B0604020202020204" pitchFamily="34" charset="0"/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吃早餐</a:t>
            </a:r>
            <a:r>
              <a:rPr lang="en-US" altLang="zh-TW" sz="2400" dirty="0">
                <a:latin typeface="Arial" panose="020B0604020202020204" pitchFamily="34" charset="0"/>
              </a:rPr>
              <a:t>()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86BE84F-0D24-4FA6-B65E-2B69B40EBF66}"/>
              </a:ext>
            </a:extLst>
          </p:cNvPr>
          <p:cNvSpPr/>
          <p:nvPr/>
        </p:nvSpPr>
        <p:spPr>
          <a:xfrm>
            <a:off x="1615121" y="761654"/>
            <a:ext cx="100540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(A)</a:t>
            </a:r>
            <a:endParaRPr lang="zh-TW" alt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1E69D65-7320-0145-AA0B-D303444E1D99}"/>
              </a:ext>
            </a:extLst>
          </p:cNvPr>
          <p:cNvSpPr/>
          <p:nvPr/>
        </p:nvSpPr>
        <p:spPr>
          <a:xfrm>
            <a:off x="5494873" y="761654"/>
            <a:ext cx="100540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(B)</a:t>
            </a:r>
            <a:endParaRPr lang="zh-TW" alt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85F98B8-1D47-FD34-A213-4F1AC6E23090}"/>
              </a:ext>
            </a:extLst>
          </p:cNvPr>
          <p:cNvSpPr/>
          <p:nvPr/>
        </p:nvSpPr>
        <p:spPr>
          <a:xfrm>
            <a:off x="9458991" y="761654"/>
            <a:ext cx="100540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(C)</a:t>
            </a:r>
            <a:endParaRPr lang="zh-TW" alt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B7368A61-CA0A-F5F3-9549-EA3D092F9120}"/>
              </a:ext>
            </a:extLst>
          </p:cNvPr>
          <p:cNvSpPr txBox="1"/>
          <p:nvPr/>
        </p:nvSpPr>
        <p:spPr>
          <a:xfrm>
            <a:off x="135132" y="5639146"/>
            <a:ext cx="39422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 err="1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縮排越來越深，錯誤處理要分層寫</a:t>
            </a:r>
            <a:endParaRPr lang="en-US" sz="200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DE5C7B32-9892-E126-30B9-64FF2ADB5533}"/>
              </a:ext>
            </a:extLst>
          </p:cNvPr>
          <p:cNvSpPr txBox="1"/>
          <p:nvPr/>
        </p:nvSpPr>
        <p:spPr>
          <a:xfrm>
            <a:off x="4212886" y="5639146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 err="1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縮排攤平、錯誤處理集中一次寫</a:t>
            </a:r>
            <a:endParaRPr lang="en-US" sz="20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6AE84D37-E8D9-799F-1FF4-952892C6DEBC}"/>
              </a:ext>
            </a:extLst>
          </p:cNvPr>
          <p:cNvSpPr txBox="1"/>
          <p:nvPr/>
        </p:nvSpPr>
        <p:spPr>
          <a:xfrm>
            <a:off x="8177890" y="5664200"/>
            <a:ext cx="38780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 err="1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長得像同步程式，本質仍是非同步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11608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資料格式</a:t>
            </a:r>
          </a:p>
        </p:txBody>
      </p:sp>
      <p:sp>
        <p:nvSpPr>
          <p:cNvPr id="7" name="副標題 6"/>
          <p:cNvSpPr>
            <a:spLocks noGrp="1"/>
          </p:cNvSpPr>
          <p:nvPr>
            <p:ph type="subTitle" idx="1"/>
          </p:nvPr>
        </p:nvSpPr>
        <p:spPr>
          <a:xfrm>
            <a:off x="2495599" y="3429000"/>
            <a:ext cx="7200800" cy="1432932"/>
          </a:xfrm>
        </p:spPr>
        <p:txBody>
          <a:bodyPr>
            <a:normAutofit lnSpcReduction="10000"/>
          </a:bodyPr>
          <a:lstStyle/>
          <a:p>
            <a:r>
              <a:rPr lang="en-US" altLang="zh-TW" dirty="0"/>
              <a:t>HTML =&gt; </a:t>
            </a:r>
            <a:r>
              <a:rPr lang="zh-TW" altLang="en-US" dirty="0"/>
              <a:t>資料 </a:t>
            </a:r>
            <a:r>
              <a:rPr lang="en-US" altLang="zh-TW" dirty="0"/>
              <a:t>+ </a:t>
            </a:r>
            <a:r>
              <a:rPr lang="zh-TW" altLang="en-US" dirty="0"/>
              <a:t>顯示結構 </a:t>
            </a:r>
            <a:endParaRPr lang="en-US" altLang="zh-TW" dirty="0"/>
          </a:p>
          <a:p>
            <a:endParaRPr lang="zh-TW" altLang="en-US" dirty="0"/>
          </a:p>
          <a:p>
            <a:r>
              <a:rPr lang="en-US" altLang="zh-TW" dirty="0"/>
              <a:t>CSV</a:t>
            </a:r>
            <a:r>
              <a:rPr lang="zh-TW" altLang="en-US" dirty="0"/>
              <a:t>、</a:t>
            </a:r>
            <a:r>
              <a:rPr lang="en-US" altLang="zh-TW" dirty="0"/>
              <a:t>XML</a:t>
            </a:r>
            <a:r>
              <a:rPr lang="zh-TW" altLang="en-US" dirty="0"/>
              <a:t>、</a:t>
            </a:r>
            <a:r>
              <a:rPr lang="en-US" altLang="zh-TW" dirty="0"/>
              <a:t>JSON</a:t>
            </a:r>
            <a:r>
              <a:rPr lang="zh-TW" altLang="en-US" dirty="0"/>
              <a:t>、</a:t>
            </a:r>
            <a:r>
              <a:rPr lang="en-US" altLang="zh-TW" dirty="0"/>
              <a:t>YAML =&gt; </a:t>
            </a:r>
            <a:r>
              <a:rPr lang="zh-TW" altLang="en-US" dirty="0"/>
              <a:t>資料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64666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csv</a:t>
            </a:r>
            <a:endParaRPr lang="zh-TW" alt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/>
              <a:t>CSV</a:t>
            </a:r>
            <a:r>
              <a:rPr lang="zh-TW" altLang="en-US" dirty="0"/>
              <a:t>：</a:t>
            </a:r>
            <a:r>
              <a:rPr lang="en-US" altLang="zh-TW" dirty="0"/>
              <a:t>Comma Separated Values </a:t>
            </a:r>
            <a:r>
              <a:rPr lang="zh-TW" altLang="en-US" dirty="0"/>
              <a:t>以逗號分隔資料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TSV</a:t>
            </a:r>
            <a:r>
              <a:rPr lang="zh-TW" altLang="en-US" dirty="0"/>
              <a:t>：</a:t>
            </a:r>
            <a:r>
              <a:rPr lang="en-US" altLang="zh-TW" dirty="0"/>
              <a:t>Tab Separated Values</a:t>
            </a:r>
            <a:r>
              <a:rPr lang="zh-TW" altLang="en-US" dirty="0"/>
              <a:t> 以固定空白分隔資料</a:t>
            </a:r>
          </a:p>
          <a:p>
            <a:endParaRPr lang="en-US" altLang="zh-TW" dirty="0"/>
          </a:p>
          <a:p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32</a:t>
            </a:fld>
            <a:endParaRPr lang="zh-TW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838198" y="2125276"/>
            <a:ext cx="10515599" cy="14589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2400" noProof="1">
                <a:latin typeface="Arial" panose="020B0604020202020204" pitchFamily="34" charset="0"/>
              </a:rPr>
              <a:t>id,name,email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2400" noProof="1">
                <a:latin typeface="Arial" panose="020B0604020202020204" pitchFamily="34" charset="0"/>
              </a:rPr>
              <a:t>1,Jack,Jack@company.com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2400" noProof="1">
                <a:latin typeface="Arial" panose="020B0604020202020204" pitchFamily="34" charset="0"/>
              </a:rPr>
              <a:t>2,Mary,Mary@company.com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838198" y="4453424"/>
            <a:ext cx="10515599" cy="152613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altLang="zh-TW" sz="2400" noProof="1">
                <a:latin typeface="Arial" panose="020B0604020202020204" pitchFamily="34" charset="0"/>
                <a:ea typeface="新細明體" panose="02020500000000000000" pitchFamily="18" charset="-120"/>
              </a:rPr>
              <a:t>id name email</a:t>
            </a:r>
          </a:p>
          <a:p>
            <a:pPr>
              <a:spcBef>
                <a:spcPct val="0"/>
              </a:spcBef>
            </a:pPr>
            <a:r>
              <a:rPr lang="en-US" altLang="zh-TW" sz="2400" noProof="1">
                <a:latin typeface="Arial" panose="020B0604020202020204" pitchFamily="34" charset="0"/>
                <a:ea typeface="新細明體" panose="02020500000000000000" pitchFamily="18" charset="-120"/>
              </a:rPr>
              <a:t>1	Jack		Jack@company.com</a:t>
            </a:r>
          </a:p>
          <a:p>
            <a:pPr>
              <a:spcBef>
                <a:spcPct val="0"/>
              </a:spcBef>
            </a:pPr>
            <a:r>
              <a:rPr lang="en-US" altLang="zh-TW" sz="2400" noProof="1">
                <a:latin typeface="Arial" panose="020B0604020202020204" pitchFamily="34" charset="0"/>
                <a:ea typeface="新細明體" panose="02020500000000000000" pitchFamily="18" charset="-120"/>
              </a:rPr>
              <a:t>2	Mary		Mary@company.com</a:t>
            </a:r>
          </a:p>
        </p:txBody>
      </p:sp>
    </p:spTree>
    <p:extLst>
      <p:ext uri="{BB962C8B-B14F-4D97-AF65-F5344CB8AC3E}">
        <p14:creationId xmlns:p14="http://schemas.microsoft.com/office/powerpoint/2010/main" val="17387194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XML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/>
              <a:t>XML</a:t>
            </a:r>
            <a:r>
              <a:rPr lang="zh-TW" altLang="en-US" dirty="0"/>
              <a:t>：</a:t>
            </a:r>
            <a:r>
              <a:rPr lang="en-US" altLang="zh-TW" dirty="0"/>
              <a:t>Extensible Markup Language</a:t>
            </a:r>
            <a:r>
              <a:rPr lang="en-US" altLang="zh-TW" sz="2400" dirty="0"/>
              <a:t>(</a:t>
            </a:r>
            <a:r>
              <a:rPr lang="zh-TW" altLang="en-US" sz="2400" dirty="0"/>
              <a:t>可延伸式的標記語言</a:t>
            </a:r>
            <a:r>
              <a:rPr lang="en-US" altLang="zh-TW" sz="2400" dirty="0"/>
              <a:t>)</a:t>
            </a:r>
          </a:p>
          <a:p>
            <a:r>
              <a:rPr lang="zh-TW" altLang="en-US" dirty="0"/>
              <a:t>用來說明資料是什麼，讓所有應用程式看得懂可以使用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33</a:t>
            </a:fld>
            <a:endParaRPr lang="zh-TW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38199" y="2609385"/>
            <a:ext cx="10515599" cy="406653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2400" noProof="1">
                <a:latin typeface="Arial" panose="020B0604020202020204" pitchFamily="34" charset="0"/>
              </a:rPr>
              <a:t>&lt;person&gt;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2400" noProof="1">
                <a:latin typeface="Arial" panose="020B0604020202020204" pitchFamily="34" charset="0"/>
              </a:rPr>
              <a:t>	&lt;firstname&gt;John&lt;/firstname&gt;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2400" noProof="1">
                <a:latin typeface="Arial" panose="020B0604020202020204" pitchFamily="34" charset="0"/>
              </a:rPr>
              <a:t>	&lt;lastname&gt;Smith&lt;/lastname&gt;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2400" noProof="1">
                <a:latin typeface="Arial" panose="020B0604020202020204" pitchFamily="34" charset="0"/>
              </a:rPr>
              <a:t>	&lt;age&gt;25&lt;/age&gt;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2400" noProof="1">
                <a:latin typeface="Arial" panose="020B0604020202020204" pitchFamily="34" charset="0"/>
              </a:rPr>
              <a:t>	&lt;address&gt;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2400" noProof="1">
                <a:latin typeface="Arial" panose="020B0604020202020204" pitchFamily="34" charset="0"/>
              </a:rPr>
              <a:t>		&lt;streetaddress&gt;21 2nd Street&lt;/streetaddress&gt;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2400" noProof="1">
                <a:latin typeface="Arial" panose="020B0604020202020204" pitchFamily="34" charset="0"/>
              </a:rPr>
              <a:t>		&lt;city&gt;New York&lt;/city&gt;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2400" noProof="1">
                <a:latin typeface="Arial" panose="020B0604020202020204" pitchFamily="34" charset="0"/>
              </a:rPr>
              <a:t>		&lt;state&gt;NY&lt;/state&gt;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2400" noProof="1">
                <a:latin typeface="Arial" panose="020B0604020202020204" pitchFamily="34" charset="0"/>
              </a:rPr>
              <a:t>		&lt;postalcode&gt;10021&lt;/postalcode&gt;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2400" noProof="1">
                <a:latin typeface="Arial" panose="020B0604020202020204" pitchFamily="34" charset="0"/>
              </a:rPr>
              <a:t>	&lt;/address&gt;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2400" noProof="1">
                <a:latin typeface="Arial" panose="020B0604020202020204" pitchFamily="34" charset="0"/>
              </a:rPr>
              <a:t>&lt;/person&gt;</a:t>
            </a:r>
          </a:p>
        </p:txBody>
      </p:sp>
    </p:spTree>
    <p:extLst>
      <p:ext uri="{BB962C8B-B14F-4D97-AF65-F5344CB8AC3E}">
        <p14:creationId xmlns:p14="http://schemas.microsoft.com/office/powerpoint/2010/main" val="6446229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YAML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/>
              <a:t>YAML</a:t>
            </a:r>
            <a:r>
              <a:rPr lang="zh-TW" altLang="en-US" dirty="0"/>
              <a:t>：</a:t>
            </a:r>
            <a:r>
              <a:rPr lang="en-US" altLang="zh-TW" dirty="0"/>
              <a:t>YAML </a:t>
            </a:r>
            <a:r>
              <a:rPr lang="en-US" altLang="zh-TW" dirty="0" err="1"/>
              <a:t>Ain't</a:t>
            </a:r>
            <a:r>
              <a:rPr lang="en-US" altLang="zh-TW" dirty="0"/>
              <a:t> Markup Language(</a:t>
            </a:r>
            <a:r>
              <a:rPr lang="zh-TW" altLang="en-US" dirty="0"/>
              <a:t>不是標記語言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是一種所有語言皆可使用，而且適合人閱讀的的資料格式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34</a:t>
            </a:fld>
            <a:endParaRPr lang="zh-TW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838199" y="3077737"/>
            <a:ext cx="10515599" cy="327987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CECECE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2400" noProof="1">
                <a:latin typeface="Arial" panose="020B0604020202020204" pitchFamily="34" charset="0"/>
              </a:rPr>
              <a:t>person: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2400" noProof="1">
                <a:latin typeface="Arial" panose="020B0604020202020204" pitchFamily="34" charset="0"/>
              </a:rPr>
              <a:t>  firstname: John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2400" noProof="1">
                <a:latin typeface="Arial" panose="020B0604020202020204" pitchFamily="34" charset="0"/>
              </a:rPr>
              <a:t>  lastname: Smith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2400" noProof="1">
                <a:latin typeface="Arial" panose="020B0604020202020204" pitchFamily="34" charset="0"/>
              </a:rPr>
              <a:t>  age: 25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2400" noProof="1">
                <a:latin typeface="Arial" panose="020B0604020202020204" pitchFamily="34" charset="0"/>
              </a:rPr>
              <a:t>  address: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2400" noProof="1">
                <a:latin typeface="Arial" panose="020B0604020202020204" pitchFamily="34" charset="0"/>
              </a:rPr>
              <a:t>    streetaddress: 21 2nd Street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2400" noProof="1">
                <a:latin typeface="Arial" panose="020B0604020202020204" pitchFamily="34" charset="0"/>
              </a:rPr>
              <a:t>    city: New York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2400" noProof="1">
                <a:latin typeface="Arial" panose="020B0604020202020204" pitchFamily="34" charset="0"/>
              </a:rPr>
              <a:t>    state: NY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2400" noProof="1">
                <a:latin typeface="Arial" panose="020B0604020202020204" pitchFamily="34" charset="0"/>
              </a:rPr>
              <a:t>    postalcode: 10021</a:t>
            </a:r>
          </a:p>
        </p:txBody>
      </p:sp>
    </p:spTree>
    <p:extLst>
      <p:ext uri="{BB962C8B-B14F-4D97-AF65-F5344CB8AC3E}">
        <p14:creationId xmlns:p14="http://schemas.microsoft.com/office/powerpoint/2010/main" val="14314856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JSON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TW" altLang="en-US" dirty="0"/>
              <a:t>目前最主要的資料交換格式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35</a:t>
            </a:fld>
            <a:endParaRPr lang="zh-TW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38199" y="1988634"/>
            <a:ext cx="10515599" cy="47801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TW" altLang="zh-TW" sz="2400" noProof="1">
                <a:latin typeface="Arial" panose="020B060402020202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2400" noProof="1">
                <a:latin typeface="Arial" panose="020B0604020202020204" pitchFamily="34" charset="0"/>
              </a:rPr>
              <a:t>   "person":{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2400" noProof="1">
                <a:latin typeface="Arial" panose="020B0604020202020204" pitchFamily="34" charset="0"/>
              </a:rPr>
              <a:t>      "firstname":"John",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2400" noProof="1">
                <a:latin typeface="Arial" panose="020B0604020202020204" pitchFamily="34" charset="0"/>
              </a:rPr>
              <a:t>      "lastname":"Smith",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2400" noProof="1">
                <a:latin typeface="Arial" panose="020B0604020202020204" pitchFamily="34" charset="0"/>
              </a:rPr>
              <a:t>      "age":25,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2400" noProof="1">
                <a:latin typeface="Arial" panose="020B0604020202020204" pitchFamily="34" charset="0"/>
              </a:rPr>
              <a:t>      "address":{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2400" noProof="1">
                <a:latin typeface="Arial" panose="020B0604020202020204" pitchFamily="34" charset="0"/>
              </a:rPr>
              <a:t>         "streetaddress":"21 2nd Street",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2400" noProof="1">
                <a:latin typeface="Arial" panose="020B0604020202020204" pitchFamily="34" charset="0"/>
              </a:rPr>
              <a:t>         "city":"New York",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2400" noProof="1">
                <a:latin typeface="Arial" panose="020B0604020202020204" pitchFamily="34" charset="0"/>
              </a:rPr>
              <a:t>         "state":"NY",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2400" noProof="1">
                <a:latin typeface="Arial" panose="020B0604020202020204" pitchFamily="34" charset="0"/>
              </a:rPr>
              <a:t>         "postalcode":10021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2400" noProof="1">
                <a:latin typeface="Arial" panose="020B0604020202020204" pitchFamily="34" charset="0"/>
              </a:rPr>
              <a:t>  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2400" noProof="1">
                <a:latin typeface="Arial" panose="020B0604020202020204" pitchFamily="34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2400" noProof="1">
                <a:latin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557804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讀取</a:t>
            </a:r>
            <a:r>
              <a:rPr lang="en-US" altLang="zh-TW" dirty="0"/>
              <a:t>JSON</a:t>
            </a:r>
            <a:r>
              <a:rPr lang="zh-TW" altLang="en-US" dirty="0"/>
              <a:t>資料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36</a:t>
            </a:fld>
            <a:endParaRPr lang="zh-TW" alt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838198" y="2007602"/>
            <a:ext cx="10515599" cy="208756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const emps = [{"name":"Tom","workYears":3,"salary":35000},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               {"name":"Jack","workYears":5,"salary":40000},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               {"name":"Mary","workYears":7,"salary":45000}];</a:t>
            </a:r>
            <a:endParaRPr kumimoji="0" lang="en-GB" altLang="zh-TW" sz="2400" dirty="0"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838199" y="4272964"/>
            <a:ext cx="10517480" cy="20875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const emp = {"employees":[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                {"name":"Tom","workYears":3,"salary":35000},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                {"name":"Jack","workYears":5,"salary":40000},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                {"name":"Mary","workYears":7,"salary":45000}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             ]};</a:t>
            </a:r>
            <a:endParaRPr kumimoji="0" lang="en-GB" altLang="zh-TW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49414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B231F0-F2A0-3624-60DD-E5F371F15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關於 </a:t>
            </a:r>
            <a:r>
              <a:rPr lang="en-US" altLang="zh-TW" dirty="0"/>
              <a:t>RESTful API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3BDA3DE-695C-B3C0-079A-451ABA6BED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API vs RESTful API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368DB9F-A98D-8E13-2BB1-754252AE94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83386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AB27DC-2FCD-01B0-17BC-7BC935364A6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38</a:t>
            </a:fld>
            <a:endParaRPr lang="zh-TW" altLang="en-US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7BB80493-0BCE-B079-0302-564A601F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" name="Picture 4" descr="「why restful api」的圖片搜尋結果">
            <a:extLst>
              <a:ext uri="{FF2B5EF4-FFF2-40B4-BE49-F238E27FC236}">
                <a16:creationId xmlns:a16="http://schemas.microsoft.com/office/drawing/2014/main" id="{E85FF36F-FF8E-0243-667A-CDB712435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8977" y="126461"/>
            <a:ext cx="6779980" cy="6549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64605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RESTful API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39</a:t>
            </a:fld>
            <a:endParaRPr lang="zh-TW" altLang="en-US"/>
          </a:p>
        </p:txBody>
      </p:sp>
      <p:pic>
        <p:nvPicPr>
          <p:cNvPr id="41" name="Picture 10" descr="http://clipartist.info/RSS/openclipart.org/2011/August/13-Saturday/server-999px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5297" y="2854712"/>
            <a:ext cx="1113763" cy="171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" name="文字方塊 9"/>
          <p:cNvSpPr txBox="1">
            <a:spLocks noChangeArrowheads="1"/>
          </p:cNvSpPr>
          <p:nvPr/>
        </p:nvSpPr>
        <p:spPr bwMode="auto">
          <a:xfrm>
            <a:off x="7140997" y="4555587"/>
            <a:ext cx="1467068" cy="707886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zh-TW" sz="2000" dirty="0">
                <a:latin typeface="Arial" panose="020B0604020202020204" pitchFamily="34" charset="0"/>
              </a:rPr>
              <a:t>Restful API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zh-TW" altLang="en-US" sz="2000" dirty="0">
                <a:latin typeface="Arial" panose="020B0604020202020204" pitchFamily="34" charset="0"/>
              </a:rPr>
              <a:t>網站伺服器</a:t>
            </a:r>
            <a:endParaRPr lang="en-US" altLang="zh-TW" sz="2000" dirty="0">
              <a:latin typeface="Arial" panose="020B0604020202020204" pitchFamily="34" charset="0"/>
            </a:endParaRPr>
          </a:p>
        </p:txBody>
      </p:sp>
      <p:pic>
        <p:nvPicPr>
          <p:cNvPr id="43" name="Picture 16" descr="http://www.crispycodes.com/blog/wp-content/uploads/2013/07/browser-icon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277" y="3469738"/>
            <a:ext cx="2725737" cy="101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" name="Picture 18" descr="http://www-03.ibm.com/software/lotus/symphony/gallery.nsf/GalleryClipArtAll/B22B159CC784316C85257596002FBEB8/$File/User01-Blu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929" y="2294988"/>
            <a:ext cx="728662" cy="107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5" name="直線單箭頭接點 44"/>
          <p:cNvCxnSpPr/>
          <p:nvPr/>
        </p:nvCxnSpPr>
        <p:spPr>
          <a:xfrm>
            <a:off x="3793567" y="2368012"/>
            <a:ext cx="30807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/>
          <p:nvPr/>
        </p:nvCxnSpPr>
        <p:spPr>
          <a:xfrm flipH="1" flipV="1">
            <a:off x="3745334" y="4850863"/>
            <a:ext cx="312896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字方塊 33"/>
          <p:cNvSpPr txBox="1">
            <a:spLocks noChangeArrowheads="1"/>
          </p:cNvSpPr>
          <p:nvPr/>
        </p:nvSpPr>
        <p:spPr bwMode="auto">
          <a:xfrm>
            <a:off x="2028505" y="963372"/>
            <a:ext cx="91486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獨一無二的網址指定伺服器端的資源：</a:t>
            </a:r>
            <a:r>
              <a:rPr lang="en-US" altLang="zh-TW" sz="2400" dirty="0">
                <a:latin typeface="Arial" panose="020B0604020202020204" pitchFamily="34" charset="0"/>
              </a:rPr>
              <a:t>http://localhost/api/shippers</a:t>
            </a:r>
            <a:endParaRPr lang="zh-TW" altLang="en-US" sz="2400" dirty="0">
              <a:latin typeface="Arial" panose="020B0604020202020204" pitchFamily="34" charset="0"/>
            </a:endParaRPr>
          </a:p>
        </p:txBody>
      </p:sp>
      <p:sp>
        <p:nvSpPr>
          <p:cNvPr id="48" name="文字方塊 34"/>
          <p:cNvSpPr txBox="1">
            <a:spLocks noChangeArrowheads="1"/>
          </p:cNvSpPr>
          <p:nvPr/>
        </p:nvSpPr>
        <p:spPr bwMode="auto">
          <a:xfrm>
            <a:off x="3865607" y="4893081"/>
            <a:ext cx="304282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回應</a:t>
            </a:r>
            <a:r>
              <a:rPr lang="en-US" altLang="zh-TW" sz="2400" dirty="0">
                <a:latin typeface="Arial" panose="020B0604020202020204" pitchFamily="34" charset="0"/>
              </a:rPr>
              <a:t>(Http Response)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b="1" dirty="0">
                <a:solidFill>
                  <a:srgbClr val="FF0000"/>
                </a:solidFill>
                <a:latin typeface="Arial" panose="020B0604020202020204" pitchFamily="34" charset="0"/>
              </a:rPr>
              <a:t>JSON</a:t>
            </a:r>
          </a:p>
        </p:txBody>
      </p:sp>
      <p:pic>
        <p:nvPicPr>
          <p:cNvPr id="49" name="Picture 6" descr="http://www.smecloud.in/catalog/view/theme/default/stylesheet/howitworks/icon/db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8272" y="2993487"/>
            <a:ext cx="1354137" cy="166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" name="文字方塊 10"/>
          <p:cNvSpPr txBox="1">
            <a:spLocks noChangeArrowheads="1"/>
          </p:cNvSpPr>
          <p:nvPr/>
        </p:nvSpPr>
        <p:spPr bwMode="auto">
          <a:xfrm>
            <a:off x="9480256" y="4662249"/>
            <a:ext cx="1107996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zh-TW" altLang="en-US" sz="2400" dirty="0">
                <a:latin typeface="Arial" panose="020B0604020202020204" pitchFamily="34" charset="0"/>
              </a:rPr>
              <a:t>資料庫</a:t>
            </a:r>
          </a:p>
        </p:txBody>
      </p:sp>
      <p:sp>
        <p:nvSpPr>
          <p:cNvPr id="51" name="矩形 50"/>
          <p:cNvSpPr/>
          <p:nvPr/>
        </p:nvSpPr>
        <p:spPr>
          <a:xfrm>
            <a:off x="1202953" y="1701263"/>
            <a:ext cx="2592387" cy="385445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52" name="矩形 51"/>
          <p:cNvSpPr/>
          <p:nvPr/>
        </p:nvSpPr>
        <p:spPr>
          <a:xfrm>
            <a:off x="6874297" y="1774287"/>
            <a:ext cx="4256087" cy="385445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53" name="文字方塊 54"/>
          <p:cNvSpPr txBox="1">
            <a:spLocks noChangeArrowheads="1"/>
          </p:cNvSpPr>
          <p:nvPr/>
        </p:nvSpPr>
        <p:spPr bwMode="auto">
          <a:xfrm>
            <a:off x="1875954" y="5712875"/>
            <a:ext cx="1004887" cy="3476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zh-TW" sz="1662" dirty="0">
                <a:latin typeface="Arial" panose="020B0604020202020204" pitchFamily="34" charset="0"/>
              </a:rPr>
              <a:t>Client </a:t>
            </a:r>
            <a:r>
              <a:rPr lang="zh-TW" altLang="en-US" sz="1662" dirty="0">
                <a:latin typeface="Arial" panose="020B0604020202020204" pitchFamily="34" charset="0"/>
              </a:rPr>
              <a:t>端</a:t>
            </a:r>
          </a:p>
        </p:txBody>
      </p:sp>
      <p:sp>
        <p:nvSpPr>
          <p:cNvPr id="54" name="文字方塊 55"/>
          <p:cNvSpPr txBox="1">
            <a:spLocks noChangeArrowheads="1"/>
          </p:cNvSpPr>
          <p:nvPr/>
        </p:nvSpPr>
        <p:spPr bwMode="auto">
          <a:xfrm>
            <a:off x="10046121" y="5743037"/>
            <a:ext cx="1084263" cy="3476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zh-TW" sz="1662" dirty="0">
                <a:latin typeface="Arial" panose="020B0604020202020204" pitchFamily="34" charset="0"/>
              </a:rPr>
              <a:t>Server </a:t>
            </a:r>
            <a:r>
              <a:rPr lang="zh-TW" altLang="en-US" sz="1662" dirty="0">
                <a:latin typeface="Arial" panose="020B0604020202020204" pitchFamily="34" charset="0"/>
              </a:rPr>
              <a:t>端</a:t>
            </a:r>
          </a:p>
        </p:txBody>
      </p:sp>
      <p:cxnSp>
        <p:nvCxnSpPr>
          <p:cNvPr id="55" name="直線單箭頭接點 54"/>
          <p:cNvCxnSpPr/>
          <p:nvPr/>
        </p:nvCxnSpPr>
        <p:spPr>
          <a:xfrm>
            <a:off x="8307809" y="3449100"/>
            <a:ext cx="126365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/>
          <p:nvPr/>
        </p:nvCxnSpPr>
        <p:spPr>
          <a:xfrm flipH="1">
            <a:off x="8307809" y="3923762"/>
            <a:ext cx="11969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10"/>
          <p:cNvSpPr txBox="1">
            <a:spLocks noChangeArrowheads="1"/>
          </p:cNvSpPr>
          <p:nvPr/>
        </p:nvSpPr>
        <p:spPr bwMode="auto">
          <a:xfrm>
            <a:off x="1944262" y="4447865"/>
            <a:ext cx="1107996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zh-TW" altLang="en-US" sz="2400" dirty="0">
                <a:latin typeface="Arial" panose="020B0604020202020204" pitchFamily="34" charset="0"/>
              </a:rPr>
              <a:t>瀏覽器</a:t>
            </a:r>
          </a:p>
        </p:txBody>
      </p:sp>
      <p:grpSp>
        <p:nvGrpSpPr>
          <p:cNvPr id="58" name="群組 4"/>
          <p:cNvGrpSpPr>
            <a:grpSpLocks/>
          </p:cNvGrpSpPr>
          <p:nvPr/>
        </p:nvGrpSpPr>
        <p:grpSpPr bwMode="auto">
          <a:xfrm>
            <a:off x="3814298" y="2533114"/>
            <a:ext cx="1139825" cy="2216150"/>
            <a:chOff x="2976847" y="2513789"/>
            <a:chExt cx="867869" cy="2216574"/>
          </a:xfrm>
        </p:grpSpPr>
        <p:sp>
          <p:nvSpPr>
            <p:cNvPr id="59" name="矩形 58"/>
            <p:cNvSpPr/>
            <p:nvPr/>
          </p:nvSpPr>
          <p:spPr>
            <a:xfrm>
              <a:off x="2976847" y="2513789"/>
              <a:ext cx="867869" cy="50015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2400" dirty="0"/>
                <a:t>GET</a:t>
              </a:r>
              <a:endParaRPr lang="zh-TW" altLang="en-US" sz="2400" dirty="0"/>
            </a:p>
          </p:txBody>
        </p:sp>
        <p:sp>
          <p:nvSpPr>
            <p:cNvPr id="60" name="矩形 59"/>
            <p:cNvSpPr/>
            <p:nvPr/>
          </p:nvSpPr>
          <p:spPr>
            <a:xfrm>
              <a:off x="2976847" y="3072696"/>
              <a:ext cx="867869" cy="50174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2400" dirty="0"/>
                <a:t>POST</a:t>
              </a:r>
              <a:endParaRPr lang="zh-TW" altLang="en-US" sz="2400" dirty="0"/>
            </a:p>
          </p:txBody>
        </p:sp>
        <p:sp>
          <p:nvSpPr>
            <p:cNvPr id="61" name="矩形 60"/>
            <p:cNvSpPr/>
            <p:nvPr/>
          </p:nvSpPr>
          <p:spPr>
            <a:xfrm>
              <a:off x="2976847" y="3645894"/>
              <a:ext cx="867869" cy="50174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2400" dirty="0"/>
                <a:t>PUT</a:t>
              </a:r>
              <a:endParaRPr lang="zh-TW" altLang="en-US" sz="2400" dirty="0"/>
            </a:p>
          </p:txBody>
        </p:sp>
        <p:sp>
          <p:nvSpPr>
            <p:cNvPr id="62" name="矩形 61"/>
            <p:cNvSpPr/>
            <p:nvPr/>
          </p:nvSpPr>
          <p:spPr>
            <a:xfrm>
              <a:off x="2976847" y="4230205"/>
              <a:ext cx="867869" cy="50015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2400" dirty="0"/>
                <a:t>DELETE</a:t>
              </a:r>
              <a:endParaRPr lang="zh-TW" altLang="en-US" sz="2400" dirty="0"/>
            </a:p>
          </p:txBody>
        </p:sp>
      </p:grpSp>
      <p:sp>
        <p:nvSpPr>
          <p:cNvPr id="63" name="文字方塊 34"/>
          <p:cNvSpPr txBox="1">
            <a:spLocks noChangeArrowheads="1"/>
          </p:cNvSpPr>
          <p:nvPr/>
        </p:nvSpPr>
        <p:spPr bwMode="auto">
          <a:xfrm>
            <a:off x="3808933" y="1562414"/>
            <a:ext cx="304282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要求</a:t>
            </a:r>
            <a:r>
              <a:rPr lang="en-US" altLang="zh-TW" sz="2400" dirty="0">
                <a:latin typeface="Arial" panose="020B0604020202020204" pitchFamily="34" charset="0"/>
              </a:rPr>
              <a:t>(Http Response)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b="1" dirty="0">
                <a:solidFill>
                  <a:srgbClr val="FF0000"/>
                </a:solidFill>
                <a:latin typeface="Arial" panose="020B0604020202020204" pitchFamily="34" charset="0"/>
              </a:rPr>
              <a:t>JSON</a:t>
            </a:r>
          </a:p>
        </p:txBody>
      </p:sp>
      <p:grpSp>
        <p:nvGrpSpPr>
          <p:cNvPr id="64" name="群組 36"/>
          <p:cNvGrpSpPr>
            <a:grpSpLocks/>
          </p:cNvGrpSpPr>
          <p:nvPr/>
        </p:nvGrpSpPr>
        <p:grpSpPr bwMode="auto">
          <a:xfrm>
            <a:off x="5886872" y="2517237"/>
            <a:ext cx="1254125" cy="2217738"/>
            <a:chOff x="2976847" y="2513789"/>
            <a:chExt cx="867869" cy="2216574"/>
          </a:xfrm>
        </p:grpSpPr>
        <p:sp>
          <p:nvSpPr>
            <p:cNvPr id="65" name="矩形 64"/>
            <p:cNvSpPr/>
            <p:nvPr/>
          </p:nvSpPr>
          <p:spPr>
            <a:xfrm>
              <a:off x="2976847" y="2513789"/>
              <a:ext cx="867869" cy="50138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2400" dirty="0"/>
                <a:t>SELECT</a:t>
              </a:r>
              <a:endParaRPr lang="zh-TW" altLang="en-US" sz="2400" dirty="0"/>
            </a:p>
          </p:txBody>
        </p:sp>
        <p:sp>
          <p:nvSpPr>
            <p:cNvPr id="66" name="矩形 65"/>
            <p:cNvSpPr/>
            <p:nvPr/>
          </p:nvSpPr>
          <p:spPr>
            <a:xfrm>
              <a:off x="2976847" y="3073883"/>
              <a:ext cx="867869" cy="4998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2400" dirty="0"/>
                <a:t>INSERT</a:t>
              </a:r>
              <a:endParaRPr lang="zh-TW" altLang="en-US" sz="2400" dirty="0"/>
            </a:p>
          </p:txBody>
        </p:sp>
        <p:sp>
          <p:nvSpPr>
            <p:cNvPr id="67" name="矩形 66"/>
            <p:cNvSpPr/>
            <p:nvPr/>
          </p:nvSpPr>
          <p:spPr>
            <a:xfrm>
              <a:off x="2976847" y="3646669"/>
              <a:ext cx="867869" cy="50138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2400" dirty="0"/>
                <a:t>UPDATE</a:t>
              </a:r>
              <a:endParaRPr lang="zh-TW" altLang="en-US" sz="2400" dirty="0"/>
            </a:p>
          </p:txBody>
        </p:sp>
        <p:sp>
          <p:nvSpPr>
            <p:cNvPr id="68" name="矩形 67"/>
            <p:cNvSpPr/>
            <p:nvPr/>
          </p:nvSpPr>
          <p:spPr>
            <a:xfrm>
              <a:off x="2976847" y="4228976"/>
              <a:ext cx="867869" cy="50138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2400" dirty="0"/>
                <a:t>DELETE</a:t>
              </a:r>
              <a:endParaRPr lang="zh-TW" altLang="en-US" sz="2400" dirty="0"/>
            </a:p>
          </p:txBody>
        </p:sp>
      </p:grpSp>
      <p:sp>
        <p:nvSpPr>
          <p:cNvPr id="69" name="文字方塊 33"/>
          <p:cNvSpPr txBox="1">
            <a:spLocks noChangeArrowheads="1"/>
          </p:cNvSpPr>
          <p:nvPr/>
        </p:nvSpPr>
        <p:spPr bwMode="auto">
          <a:xfrm>
            <a:off x="1971117" y="6176425"/>
            <a:ext cx="49425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2000" dirty="0">
                <a:latin typeface="Arial" panose="020B0604020202020204" pitchFamily="34" charset="0"/>
              </a:rPr>
              <a:t>透過 </a:t>
            </a:r>
            <a:r>
              <a:rPr lang="en-US" altLang="zh-TW" sz="2000" dirty="0">
                <a:latin typeface="Arial" panose="020B0604020202020204" pitchFamily="34" charset="0"/>
              </a:rPr>
              <a:t>HTTP</a:t>
            </a:r>
            <a:r>
              <a:rPr lang="zh-TW" altLang="en-US" sz="2000" dirty="0">
                <a:latin typeface="Arial" panose="020B0604020202020204" pitchFamily="34" charset="0"/>
              </a:rPr>
              <a:t> 的定義的方法對</a:t>
            </a:r>
            <a:r>
              <a:rPr lang="zh-TW" altLang="en-US" sz="2400" dirty="0">
                <a:latin typeface="Arial" panose="020B0604020202020204" pitchFamily="34" charset="0"/>
              </a:rPr>
              <a:t>資源</a:t>
            </a:r>
            <a:r>
              <a:rPr lang="zh-TW" altLang="en-US" sz="2000" dirty="0">
                <a:latin typeface="Arial" panose="020B0604020202020204" pitchFamily="34" charset="0"/>
              </a:rPr>
              <a:t>進行操作</a:t>
            </a:r>
          </a:p>
        </p:txBody>
      </p:sp>
      <p:cxnSp>
        <p:nvCxnSpPr>
          <p:cNvPr id="70" name="直線單箭頭接點 69"/>
          <p:cNvCxnSpPr/>
          <p:nvPr/>
        </p:nvCxnSpPr>
        <p:spPr>
          <a:xfrm flipH="1">
            <a:off x="3021938" y="4249202"/>
            <a:ext cx="704438" cy="1923398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字方塊 33"/>
          <p:cNvSpPr txBox="1">
            <a:spLocks noChangeArrowheads="1"/>
          </p:cNvSpPr>
          <p:nvPr/>
        </p:nvSpPr>
        <p:spPr bwMode="auto">
          <a:xfrm>
            <a:off x="4742851" y="5707110"/>
            <a:ext cx="440857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資料傳遞的格式不限於是</a:t>
            </a:r>
            <a:r>
              <a:rPr lang="en-US" altLang="zh-TW" sz="2400" dirty="0">
                <a:latin typeface="Arial" panose="020B0604020202020204" pitchFamily="34" charset="0"/>
              </a:rPr>
              <a:t>HTML</a:t>
            </a:r>
            <a:endParaRPr lang="zh-TW" altLang="en-US" sz="2400" dirty="0">
              <a:latin typeface="Arial" panose="020B0604020202020204" pitchFamily="34" charset="0"/>
            </a:endParaRPr>
          </a:p>
        </p:txBody>
      </p:sp>
      <p:sp>
        <p:nvSpPr>
          <p:cNvPr id="72" name="十邊形 71"/>
          <p:cNvSpPr/>
          <p:nvPr/>
        </p:nvSpPr>
        <p:spPr>
          <a:xfrm>
            <a:off x="1432346" y="966343"/>
            <a:ext cx="573088" cy="508000"/>
          </a:xfrm>
          <a:prstGeom prst="decagon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/>
              <a:t>1</a:t>
            </a:r>
          </a:p>
        </p:txBody>
      </p:sp>
      <p:sp>
        <p:nvSpPr>
          <p:cNvPr id="73" name="十邊形 72"/>
          <p:cNvSpPr/>
          <p:nvPr/>
        </p:nvSpPr>
        <p:spPr>
          <a:xfrm>
            <a:off x="1443260" y="6141500"/>
            <a:ext cx="573088" cy="509588"/>
          </a:xfrm>
          <a:prstGeom prst="decagon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/>
              <a:t>2</a:t>
            </a:r>
          </a:p>
        </p:txBody>
      </p:sp>
      <p:sp>
        <p:nvSpPr>
          <p:cNvPr id="74" name="十邊形 73"/>
          <p:cNvSpPr/>
          <p:nvPr/>
        </p:nvSpPr>
        <p:spPr>
          <a:xfrm>
            <a:off x="4223172" y="5662075"/>
            <a:ext cx="573087" cy="509587"/>
          </a:xfrm>
          <a:prstGeom prst="decagon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650269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RESTful API URL 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4"/>
          </p:nvPr>
        </p:nvSpPr>
        <p:spPr>
          <a:xfrm>
            <a:off x="838198" y="1156740"/>
            <a:ext cx="10515600" cy="4465391"/>
          </a:xfrm>
        </p:spPr>
        <p:txBody>
          <a:bodyPr/>
          <a:lstStyle/>
          <a:p>
            <a:r>
              <a:rPr lang="zh-TW" altLang="en-US" dirty="0"/>
              <a:t>取得所有資料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根據</a:t>
            </a:r>
            <a:r>
              <a:rPr lang="en-US" altLang="zh-TW" dirty="0"/>
              <a:t>id</a:t>
            </a:r>
            <a:r>
              <a:rPr lang="zh-TW" altLang="en-US" dirty="0"/>
              <a:t>取得單筆資料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新增資料，資料或透過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修改資料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刪除資料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40</a:t>
            </a:fld>
            <a:endParaRPr lang="zh-TW" altLang="en-US"/>
          </a:p>
        </p:txBody>
      </p:sp>
      <p:sp>
        <p:nvSpPr>
          <p:cNvPr id="15" name="文字方塊 14"/>
          <p:cNvSpPr txBox="1"/>
          <p:nvPr/>
        </p:nvSpPr>
        <p:spPr>
          <a:xfrm>
            <a:off x="1386342" y="6202529"/>
            <a:ext cx="9967451" cy="461665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400" dirty="0"/>
              <a:t>HTTP DELETE https://localhost/api/shippers/{id}</a:t>
            </a:r>
            <a:endParaRPr lang="en-US" altLang="zh-TW" sz="2400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1386346" y="1714992"/>
            <a:ext cx="9967451" cy="461665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400" dirty="0"/>
              <a:t>HTTP GET    https://localhost/api/shippers</a:t>
            </a:r>
            <a:endParaRPr lang="en-US" altLang="zh-TW" sz="2400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1386345" y="2851018"/>
            <a:ext cx="9967451" cy="461665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400" dirty="0"/>
              <a:t>HTTP GET    https://localhost/api/shippers/{id}</a:t>
            </a:r>
            <a:endParaRPr lang="en-US" altLang="zh-TW" sz="2400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1386344" y="3925780"/>
            <a:ext cx="9967451" cy="461665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400" dirty="0"/>
              <a:t>HTTP POST   https://localhost/api/shippers</a:t>
            </a:r>
            <a:endParaRPr lang="en-US" altLang="zh-TW" sz="2400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1386343" y="5085007"/>
            <a:ext cx="9967451" cy="461665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400" dirty="0"/>
              <a:t>HTTP PUT    https://localhost/api/shippers/{id}</a:t>
            </a:r>
            <a:endParaRPr lang="en-US" altLang="zh-TW" sz="2400" dirty="0">
              <a:solidFill>
                <a:prstClr val="black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5689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9922E8-F996-2C37-7A85-98896BDFB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 </a:t>
            </a:r>
            <a:r>
              <a:rPr lang="en-US" altLang="zh-TW" dirty="0"/>
              <a:t>RESTful API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5F4E6A0-4358-C0FF-3D7D-B5874CFE71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TW" altLang="en-US" dirty="0"/>
              <a:t>步驟一 建立專案資料夾</a:t>
            </a:r>
            <a:endParaRPr lang="en-US" altLang="zh-TW" dirty="0"/>
          </a:p>
          <a:p>
            <a:r>
              <a:rPr lang="zh-TW" altLang="en-US" dirty="0"/>
              <a:t>步驟二 建立虛擬環境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步驟三 進入虛擬環境</a:t>
            </a:r>
            <a:endParaRPr lang="en-US" altLang="zh-TW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TW" altLang="en-US" dirty="0"/>
              <a:t>安裝 </a:t>
            </a:r>
            <a:r>
              <a:rPr lang="en-US" altLang="zh-TW" dirty="0"/>
              <a:t>flask</a:t>
            </a:r>
            <a:r>
              <a:rPr lang="zh-TW" altLang="en-US" dirty="0"/>
              <a:t>、</a:t>
            </a:r>
            <a:r>
              <a:rPr lang="en-US" altLang="zh-TW" dirty="0"/>
              <a:t>flask-restful </a:t>
            </a:r>
            <a:r>
              <a:rPr lang="zh-TW" altLang="en-US" dirty="0"/>
              <a:t>套件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76BE48-8D28-7666-401E-81EB7DC876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41</a:t>
            </a:fld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A76F82-BE1C-3CBB-1CFD-E97347C2F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7" y="4892910"/>
            <a:ext cx="10515599" cy="95415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C:\workspace\FLASK\ajax_flask&gt; </a:t>
            </a:r>
            <a:r>
              <a:rPr lang="en-US" altLang="zh-TW" sz="2400" dirty="0" err="1">
                <a:latin typeface="Arial" panose="020B0604020202020204" pitchFamily="34" charset="0"/>
              </a:rPr>
              <a:t>venv</a:t>
            </a:r>
            <a:r>
              <a:rPr lang="en-US" altLang="zh-TW" sz="2400" dirty="0">
                <a:latin typeface="Arial" panose="020B0604020202020204" pitchFamily="34" charset="0"/>
              </a:rPr>
              <a:t>\scripts\activate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(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venv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) C:\workspace\FLASK\ajax_flask&gt; </a:t>
            </a:r>
            <a:r>
              <a:rPr lang="en-US" altLang="zh-TW" sz="2400" dirty="0">
                <a:latin typeface="Arial" panose="020B0604020202020204" pitchFamily="34" charset="0"/>
              </a:rPr>
              <a:t>pip install flask flask-restful</a:t>
            </a:r>
            <a:endParaRPr lang="zh-TW" altLang="en-US" sz="2400" dirty="0">
              <a:latin typeface="Arial" panose="020B060402020202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7DE5409-5475-E8C6-8E1D-791788109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8" y="2760292"/>
            <a:ext cx="10515599" cy="66870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</a:rPr>
              <a:t>C:\workspace\FLASK\ajax_flask&gt; </a:t>
            </a:r>
            <a:r>
              <a:rPr lang="en-US" altLang="zh-TW" sz="2400" dirty="0"/>
              <a:t>python –m </a:t>
            </a:r>
            <a:r>
              <a:rPr lang="en-US" altLang="zh-TW" sz="2400" dirty="0" err="1"/>
              <a:t>venv</a:t>
            </a:r>
            <a:r>
              <a:rPr lang="en-US" altLang="zh-TW" sz="2400" dirty="0"/>
              <a:t> </a:t>
            </a:r>
            <a:r>
              <a:rPr lang="en-US" altLang="zh-TW" sz="2400" dirty="0" err="1"/>
              <a:t>venv</a:t>
            </a:r>
            <a:endParaRPr lang="zh-TW" altLang="en-US" sz="2400" dirty="0">
              <a:latin typeface="Arial" panose="020B0604020202020204" pitchFamily="34" charset="0"/>
            </a:endParaRPr>
          </a:p>
        </p:txBody>
      </p:sp>
      <p:pic>
        <p:nvPicPr>
          <p:cNvPr id="13" name="圖片 12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566FB48C-1377-679C-876B-1724AD1941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409"/>
          <a:stretch>
            <a:fillRect/>
          </a:stretch>
        </p:blipFill>
        <p:spPr>
          <a:xfrm>
            <a:off x="9834725" y="167798"/>
            <a:ext cx="2248415" cy="303574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0AB0823D-1B6D-E725-599F-02B980D45413}"/>
              </a:ext>
            </a:extLst>
          </p:cNvPr>
          <p:cNvSpPr/>
          <p:nvPr/>
        </p:nvSpPr>
        <p:spPr>
          <a:xfrm>
            <a:off x="10897349" y="167798"/>
            <a:ext cx="912893" cy="3651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885578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646C5A-C37F-7368-CE42-D51BA184D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步驟四 先建立 </a:t>
            </a:r>
            <a:r>
              <a:rPr lang="en-US" altLang="zh-TW" dirty="0"/>
              <a:t>FLASK</a:t>
            </a:r>
            <a:r>
              <a:rPr lang="zh-TW" altLang="en-US" dirty="0"/>
              <a:t> 應用程式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2D5A428-C0FE-A422-CBF3-25DCC2735B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8" y="1853512"/>
            <a:ext cx="10515600" cy="4465391"/>
          </a:xfrm>
        </p:spPr>
        <p:txBody>
          <a:bodyPr/>
          <a:lstStyle/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執行 </a:t>
            </a:r>
            <a:r>
              <a:rPr lang="en-US" altLang="zh-TW" dirty="0"/>
              <a:t>python app.py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7237DC2-29F1-6A45-77D1-3BCD94C83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42</a:t>
            </a:fld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288532-8B02-C699-0ABC-D4DD8F590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1514168"/>
            <a:ext cx="10515599" cy="413657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from flask import Flask</a:t>
            </a:r>
            <a:r>
              <a:rPr lang="zh-TW" altLang="en-US" sz="2400" dirty="0">
                <a:latin typeface="Arial" panose="020B0604020202020204" pitchFamily="34" charset="0"/>
              </a:rPr>
              <a:t> </a:t>
            </a:r>
            <a:r>
              <a:rPr lang="en-US" altLang="zh-TW" sz="2400" dirty="0" err="1">
                <a:latin typeface="Arial" panose="020B0604020202020204" pitchFamily="34" charset="0"/>
              </a:rPr>
              <a:t>render_template</a:t>
            </a:r>
            <a:endParaRPr lang="en-US" altLang="zh-TW" sz="24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app = Flask(__name__)</a:t>
            </a:r>
          </a:p>
          <a:p>
            <a:pPr>
              <a:buFont typeface="Arial" panose="020B0604020202020204" pitchFamily="34" charset="0"/>
              <a:buNone/>
            </a:pPr>
            <a:endParaRPr lang="en-US" altLang="zh-TW" sz="24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@app.route('/')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def index():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return </a:t>
            </a:r>
            <a:r>
              <a:rPr lang="en-US" altLang="zh-TW" sz="2400" dirty="0" err="1">
                <a:latin typeface="Arial" panose="020B0604020202020204" pitchFamily="34" charset="0"/>
              </a:rPr>
              <a:t>render_template</a:t>
            </a:r>
            <a:r>
              <a:rPr lang="en-US" altLang="zh-TW" sz="2400" dirty="0">
                <a:latin typeface="Arial" panose="020B0604020202020204" pitchFamily="34" charset="0"/>
              </a:rPr>
              <a:t>('index.html')</a:t>
            </a:r>
          </a:p>
          <a:p>
            <a:pPr>
              <a:buFont typeface="Arial" panose="020B0604020202020204" pitchFamily="34" charset="0"/>
              <a:buNone/>
            </a:pPr>
            <a:endParaRPr lang="en-US" altLang="zh-TW" sz="24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if __name__ == '__main__':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</a:t>
            </a:r>
            <a:r>
              <a:rPr lang="en-US" altLang="zh-TW" sz="2400" dirty="0" err="1">
                <a:latin typeface="Arial" panose="020B0604020202020204" pitchFamily="34" charset="0"/>
              </a:rPr>
              <a:t>app.run</a:t>
            </a:r>
            <a:r>
              <a:rPr lang="en-US" altLang="zh-TW" sz="2400" dirty="0">
                <a:latin typeface="Arial" panose="020B0604020202020204" pitchFamily="34" charset="0"/>
              </a:rPr>
              <a:t>(debug=True)</a:t>
            </a:r>
            <a:endParaRPr lang="zh-TW" altLang="en-US" sz="2400" dirty="0">
              <a:latin typeface="Arial" panose="020B0604020202020204" pitchFamily="34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3CC7F50-6528-AA6E-911C-C8DEE3750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1004" y="2614349"/>
            <a:ext cx="3429726" cy="137096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F66620D6-AE6A-AC2D-C15F-2130A4B29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881" y="4954419"/>
            <a:ext cx="5825003" cy="17771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箭號: 向上 9">
            <a:extLst>
              <a:ext uri="{FF2B5EF4-FFF2-40B4-BE49-F238E27FC236}">
                <a16:creationId xmlns:a16="http://schemas.microsoft.com/office/drawing/2014/main" id="{4DCA71AC-3A3F-7219-76A8-39880D65E01E}"/>
              </a:ext>
            </a:extLst>
          </p:cNvPr>
          <p:cNvSpPr/>
          <p:nvPr/>
        </p:nvSpPr>
        <p:spPr>
          <a:xfrm>
            <a:off x="8738139" y="4187288"/>
            <a:ext cx="620486" cy="70899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圖說文字: 折線加上框線和強調線 5">
            <a:extLst>
              <a:ext uri="{FF2B5EF4-FFF2-40B4-BE49-F238E27FC236}">
                <a16:creationId xmlns:a16="http://schemas.microsoft.com/office/drawing/2014/main" id="{371E1C61-60DD-568D-0425-539F949083F8}"/>
              </a:ext>
            </a:extLst>
          </p:cNvPr>
          <p:cNvSpPr/>
          <p:nvPr/>
        </p:nvSpPr>
        <p:spPr>
          <a:xfrm>
            <a:off x="4864625" y="3121343"/>
            <a:ext cx="3010893" cy="565245"/>
          </a:xfrm>
          <a:prstGeom prst="accentBorderCallout2">
            <a:avLst>
              <a:gd name="adj1" fmla="val 52198"/>
              <a:gd name="adj2" fmla="val -7650"/>
              <a:gd name="adj3" fmla="val 54124"/>
              <a:gd name="adj4" fmla="val -24198"/>
              <a:gd name="adj5" fmla="val 137919"/>
              <a:gd name="adj6" fmla="val -34689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/>
              <a:t>index.html </a:t>
            </a:r>
            <a:r>
              <a:rPr lang="zh-TW" altLang="en-US" dirty="0"/>
              <a:t>要放在 </a:t>
            </a:r>
            <a:r>
              <a:rPr lang="en-US" altLang="zh-TW" dirty="0"/>
              <a:t>templates </a:t>
            </a:r>
            <a:r>
              <a:rPr lang="zh-TW" altLang="en-US" dirty="0"/>
              <a:t>資料夾中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96E2D809-B40B-8CE6-A5CB-391AC498E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6014" y="1718462"/>
            <a:ext cx="1497904" cy="1370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1940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501AB8-C468-B502-7E70-E572E3431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步驟五 建立</a:t>
            </a:r>
            <a:r>
              <a:rPr lang="en-US" altLang="zh-TW" dirty="0"/>
              <a:t>RESTful API</a:t>
            </a:r>
            <a:r>
              <a:rPr lang="zh-TW" altLang="en-US" dirty="0"/>
              <a:t> 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458582C-BE4D-6CAE-7151-B00AED3A83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E480460-19C4-AA0C-D9C6-ED7B5E129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43</a:t>
            </a:fld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DFD127-29E0-92C1-4EAA-80D031594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1514168"/>
            <a:ext cx="10515599" cy="480175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from flask import Flask</a:t>
            </a:r>
          </a:p>
          <a:p>
            <a:pPr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from </a:t>
            </a:r>
            <a:r>
              <a:rPr lang="en-US" altLang="zh-TW" sz="2400" dirty="0" err="1">
                <a:latin typeface="Arial" panose="020B0604020202020204" pitchFamily="34" charset="0"/>
              </a:rPr>
              <a:t>flask_restful</a:t>
            </a:r>
            <a:r>
              <a:rPr lang="en-US" altLang="zh-TW" sz="2400" dirty="0">
                <a:latin typeface="Arial" panose="020B0604020202020204" pitchFamily="34" charset="0"/>
              </a:rPr>
              <a:t> import Api, Resource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app = Flask(__name__)              # </a:t>
            </a:r>
            <a:r>
              <a:rPr lang="zh-TW" altLang="en-US" sz="2400" dirty="0">
                <a:latin typeface="Arial" panose="020B0604020202020204" pitchFamily="34" charset="0"/>
              </a:rPr>
              <a:t>建立 </a:t>
            </a:r>
            <a:r>
              <a:rPr lang="en-US" altLang="zh-TW" sz="2400" dirty="0">
                <a:latin typeface="Arial" panose="020B0604020202020204" pitchFamily="34" charset="0"/>
              </a:rPr>
              <a:t>Flask </a:t>
            </a:r>
            <a:r>
              <a:rPr lang="zh-TW" altLang="en-US" sz="2400" dirty="0">
                <a:latin typeface="Arial" panose="020B0604020202020204" pitchFamily="34" charset="0"/>
              </a:rPr>
              <a:t>物件</a:t>
            </a:r>
            <a:endParaRPr lang="en-US" altLang="zh-TW" sz="24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 err="1">
                <a:latin typeface="Arial" panose="020B0604020202020204" pitchFamily="34" charset="0"/>
              </a:rPr>
              <a:t>api</a:t>
            </a:r>
            <a:r>
              <a:rPr lang="en-US" altLang="zh-TW" sz="2400" dirty="0">
                <a:latin typeface="Arial" panose="020B0604020202020204" pitchFamily="34" charset="0"/>
              </a:rPr>
              <a:t> = Api(app)</a:t>
            </a:r>
            <a:r>
              <a:rPr lang="zh-TW" altLang="en-US" sz="2400" dirty="0">
                <a:latin typeface="Arial" panose="020B0604020202020204" pitchFamily="34" charset="0"/>
              </a:rPr>
              <a:t>                              </a:t>
            </a:r>
            <a:r>
              <a:rPr lang="en-US" altLang="zh-TW" sz="2400" dirty="0">
                <a:latin typeface="Arial" panose="020B0604020202020204" pitchFamily="34" charset="0"/>
              </a:rPr>
              <a:t>#</a:t>
            </a:r>
            <a:r>
              <a:rPr lang="zh-TW" altLang="en-US" sz="2400" dirty="0">
                <a:latin typeface="Arial" panose="020B0604020202020204" pitchFamily="34" charset="0"/>
              </a:rPr>
              <a:t>將 </a:t>
            </a:r>
            <a:r>
              <a:rPr lang="en-US" altLang="zh-TW" sz="2400" dirty="0">
                <a:latin typeface="Arial" panose="020B0604020202020204" pitchFamily="34" charset="0"/>
              </a:rPr>
              <a:t>Flask </a:t>
            </a:r>
            <a:r>
              <a:rPr lang="zh-TW" altLang="en-US" sz="2400" dirty="0">
                <a:latin typeface="Arial" panose="020B0604020202020204" pitchFamily="34" charset="0"/>
              </a:rPr>
              <a:t>應用程式轉成 </a:t>
            </a:r>
            <a:r>
              <a:rPr lang="en-US" altLang="zh-TW" sz="2400" dirty="0">
                <a:latin typeface="Arial" panose="020B0604020202020204" pitchFamily="34" charset="0"/>
              </a:rPr>
              <a:t>RESTful API </a:t>
            </a:r>
            <a:r>
              <a:rPr lang="zh-TW" altLang="en-US" sz="2400" dirty="0">
                <a:latin typeface="Arial" panose="020B0604020202020204" pitchFamily="34" charset="0"/>
              </a:rPr>
              <a:t>的架構</a:t>
            </a:r>
            <a:endParaRPr lang="en-US" altLang="zh-TW" sz="24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class HelloWorld(Resource):       # HelloWorld Class </a:t>
            </a:r>
            <a:r>
              <a:rPr lang="zh-TW" altLang="en-US" sz="2400" dirty="0">
                <a:latin typeface="Arial" panose="020B0604020202020204" pitchFamily="34" charset="0"/>
              </a:rPr>
              <a:t>就是一個 </a:t>
            </a:r>
            <a:r>
              <a:rPr lang="en-US" altLang="zh-TW" sz="2400" dirty="0">
                <a:latin typeface="Arial" panose="020B0604020202020204" pitchFamily="34" charset="0"/>
              </a:rPr>
              <a:t>API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def get(self):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  return {'message': 'Hello, RESTful API!'}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 err="1">
                <a:latin typeface="Arial" panose="020B0604020202020204" pitchFamily="34" charset="0"/>
              </a:rPr>
              <a:t>api.add_resource</a:t>
            </a:r>
            <a:r>
              <a:rPr lang="en-US" altLang="zh-TW" sz="2400" dirty="0">
                <a:latin typeface="Arial" panose="020B0604020202020204" pitchFamily="34" charset="0"/>
              </a:rPr>
              <a:t>(HelloWorld, '/</a:t>
            </a:r>
            <a:r>
              <a:rPr lang="en-US" altLang="zh-TW" sz="2400" dirty="0" err="1">
                <a:latin typeface="Arial" panose="020B0604020202020204" pitchFamily="34" charset="0"/>
              </a:rPr>
              <a:t>api</a:t>
            </a:r>
            <a:r>
              <a:rPr lang="en-US" altLang="zh-TW" sz="2400" dirty="0">
                <a:latin typeface="Arial" panose="020B0604020202020204" pitchFamily="34" charset="0"/>
              </a:rPr>
              <a:t>')</a:t>
            </a:r>
            <a:r>
              <a:rPr lang="zh-TW" altLang="en-US" sz="2400" dirty="0">
                <a:latin typeface="Arial" panose="020B0604020202020204" pitchFamily="34" charset="0"/>
              </a:rPr>
              <a:t>              </a:t>
            </a:r>
            <a:r>
              <a:rPr lang="en-US" altLang="zh-TW" sz="2400" dirty="0">
                <a:latin typeface="Arial" panose="020B0604020202020204" pitchFamily="34" charset="0"/>
              </a:rPr>
              <a:t># </a:t>
            </a:r>
            <a:r>
              <a:rPr lang="zh-TW" altLang="en-US" sz="2400" dirty="0">
                <a:latin typeface="Arial" panose="020B0604020202020204" pitchFamily="34" charset="0"/>
              </a:rPr>
              <a:t>路由，設定</a:t>
            </a:r>
            <a:r>
              <a:rPr lang="en-US" altLang="zh-TW" sz="2400" dirty="0">
                <a:latin typeface="Arial" panose="020B0604020202020204" pitchFamily="34" charset="0"/>
              </a:rPr>
              <a:t>API</a:t>
            </a:r>
            <a:r>
              <a:rPr lang="zh-TW" altLang="en-US" sz="2400" dirty="0">
                <a:latin typeface="Arial" panose="020B0604020202020204" pitchFamily="34" charset="0"/>
              </a:rPr>
              <a:t>被呼叫的</a:t>
            </a:r>
            <a:r>
              <a:rPr lang="en-US" altLang="zh-TW" sz="2400" dirty="0">
                <a:latin typeface="Arial" panose="020B0604020202020204" pitchFamily="34" charset="0"/>
              </a:rPr>
              <a:t>URL</a:t>
            </a:r>
          </a:p>
          <a:p>
            <a:pPr>
              <a:buFont typeface="Arial" panose="020B0604020202020204" pitchFamily="34" charset="0"/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         </a:t>
            </a:r>
            <a:endParaRPr lang="en-US" altLang="zh-TW" sz="24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if __name__ == "__main__":   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</a:t>
            </a:r>
            <a:r>
              <a:rPr lang="en-US" altLang="zh-TW" sz="2400" dirty="0" err="1">
                <a:latin typeface="Arial" panose="020B0604020202020204" pitchFamily="34" charset="0"/>
              </a:rPr>
              <a:t>app.run</a:t>
            </a:r>
            <a:r>
              <a:rPr lang="en-US" altLang="zh-TW" sz="2400" dirty="0">
                <a:latin typeface="Arial" panose="020B0604020202020204" pitchFamily="34" charset="0"/>
              </a:rPr>
              <a:t>()</a:t>
            </a:r>
            <a:endParaRPr lang="zh-TW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6951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47BC32-B4F8-96E1-4C58-A031D72AA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執行 </a:t>
            </a:r>
            <a:r>
              <a:rPr lang="en-US" altLang="zh-TW" dirty="0"/>
              <a:t>API 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CDF47FD-7F9A-330B-861A-DAF1E271CD8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開啟瀏覽器輸入 </a:t>
            </a:r>
            <a:r>
              <a:rPr lang="en-US" altLang="zh-TW" dirty="0"/>
              <a:t>http://127.0.0.1:5000/api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BE1BF34-BA05-B2E0-627F-519A04088B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44</a:t>
            </a:fld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DC653A-DC98-9418-5125-9E33081AB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1514168"/>
            <a:ext cx="10515599" cy="66870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(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venv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) PS C:\workspace\FLASK\api&gt; </a:t>
            </a:r>
            <a:r>
              <a:rPr lang="en-US" altLang="zh-TW" sz="2400" dirty="0">
                <a:latin typeface="Arial" panose="020B0604020202020204" pitchFamily="34" charset="0"/>
              </a:rPr>
              <a:t>python app.py</a:t>
            </a:r>
            <a:endParaRPr lang="zh-TW" altLang="en-US" sz="2400" dirty="0">
              <a:latin typeface="Arial" panose="020B0604020202020204" pitchFamily="34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83AC225-05F8-39EF-874D-46EC1B15A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1690" y="2101846"/>
            <a:ext cx="4692108" cy="151168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4BAB84C3-A918-B40D-A53B-37D69C3E26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092" y="4328855"/>
            <a:ext cx="6914679" cy="236603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7017104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標題 12">
            <a:extLst>
              <a:ext uri="{FF2B5EF4-FFF2-40B4-BE49-F238E27FC236}">
                <a16:creationId xmlns:a16="http://schemas.microsoft.com/office/drawing/2014/main" id="{B1A88C56-2718-7914-DBAA-A7B6729D1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上課的 </a:t>
            </a:r>
            <a:r>
              <a:rPr lang="en-US" altLang="zh-TW" dirty="0"/>
              <a:t>API</a:t>
            </a:r>
            <a:r>
              <a:rPr lang="zh-TW" altLang="en-US" dirty="0"/>
              <a:t> 架構</a:t>
            </a:r>
          </a:p>
        </p:txBody>
      </p:sp>
      <p:sp>
        <p:nvSpPr>
          <p:cNvPr id="14" name="文字版面配置區 13">
            <a:extLst>
              <a:ext uri="{FF2B5EF4-FFF2-40B4-BE49-F238E27FC236}">
                <a16:creationId xmlns:a16="http://schemas.microsoft.com/office/drawing/2014/main" id="{8B4C4FB0-5462-6CE7-ACBD-A9BD96A4BF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9" y="1514168"/>
            <a:ext cx="8317099" cy="4465391"/>
          </a:xfrm>
        </p:spPr>
        <p:txBody>
          <a:bodyPr/>
          <a:lstStyle/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功能程式碼都放在</a:t>
            </a:r>
            <a:r>
              <a:rPr lang="en-US" altLang="zh-TW" dirty="0"/>
              <a:t>【resources】</a:t>
            </a:r>
            <a:r>
              <a:rPr lang="zh-TW" altLang="en-US" dirty="0"/>
              <a:t>資料夾</a:t>
            </a:r>
            <a:endParaRPr lang="en-US" altLang="zh-TW" dirty="0"/>
          </a:p>
          <a:p>
            <a:r>
              <a:rPr lang="en-US" altLang="zh-TW" dirty="0"/>
              <a:t>Blueprint </a:t>
            </a:r>
            <a:r>
              <a:rPr lang="zh-TW" altLang="en-US" dirty="0"/>
              <a:t>是 </a:t>
            </a:r>
            <a:r>
              <a:rPr lang="en-US" altLang="zh-TW" dirty="0"/>
              <a:t>Flask </a:t>
            </a:r>
            <a:r>
              <a:rPr lang="zh-TW" altLang="en-US" dirty="0"/>
              <a:t>的路由管理器，用來管理和分類 </a:t>
            </a:r>
            <a:r>
              <a:rPr lang="en-US" altLang="zh-TW" dirty="0"/>
              <a:t>API </a:t>
            </a:r>
            <a:r>
              <a:rPr lang="zh-TW" altLang="en-US" dirty="0"/>
              <a:t>的請求路徑</a:t>
            </a:r>
            <a:endParaRPr lang="en-US" altLang="zh-TW" dirty="0"/>
          </a:p>
          <a:p>
            <a:r>
              <a:rPr lang="zh-TW" altLang="en-US" dirty="0"/>
              <a:t>在主程式中 </a:t>
            </a:r>
            <a:r>
              <a:rPr lang="en-US" altLang="zh-TW" dirty="0"/>
              <a:t>app.py </a:t>
            </a:r>
            <a:r>
              <a:rPr lang="zh-TW" altLang="en-US" dirty="0"/>
              <a:t>引用規劃好的</a:t>
            </a:r>
            <a:r>
              <a:rPr lang="en-US" altLang="zh-TW" dirty="0"/>
              <a:t>Blueprint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9A12F4D-03B7-B58A-9003-752F358FE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45</a:t>
            </a:fld>
            <a:endParaRPr lang="zh-TW" alt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D5861708-B73A-36BA-6F48-0B0DA7022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5298" y="1523648"/>
            <a:ext cx="2216394" cy="4191189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4338F80D-B360-982E-2034-8FA8EA7C90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46" b="35341"/>
          <a:stretch>
            <a:fillRect/>
          </a:stretch>
        </p:blipFill>
        <p:spPr>
          <a:xfrm>
            <a:off x="569072" y="1523648"/>
            <a:ext cx="8065728" cy="1492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3150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4DE2CD-7691-85F9-0D64-9FCFC6DE1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RESTful API </a:t>
            </a:r>
            <a:r>
              <a:rPr lang="zh-TW" altLang="en-US" dirty="0"/>
              <a:t>語法結構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1D1A134-2B16-9BB6-269E-3E5A123A93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7D55945-00A0-49AE-C802-9CC1E3ECBF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46</a:t>
            </a:fld>
            <a:endParaRPr lang="zh-TW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703A201-E15E-A3F2-5042-64FF6420C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8" y="1288974"/>
            <a:ext cx="10515599" cy="518894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from </a:t>
            </a:r>
            <a:r>
              <a:rPr lang="en-US" altLang="zh-TW" sz="2000" dirty="0" err="1">
                <a:latin typeface="Arial" panose="020B0604020202020204" pitchFamily="34" charset="0"/>
              </a:rPr>
              <a:t>flask_restful</a:t>
            </a:r>
            <a:r>
              <a:rPr lang="en-US" altLang="zh-TW" sz="2000" dirty="0">
                <a:latin typeface="Arial" panose="020B0604020202020204" pitchFamily="34" charset="0"/>
              </a:rPr>
              <a:t> import Resource</a:t>
            </a:r>
          </a:p>
          <a:p>
            <a:pPr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class Items(Resource):</a:t>
            </a:r>
          </a:p>
          <a:p>
            <a:pPr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def get(self):      </a:t>
            </a:r>
            <a:r>
              <a:rPr lang="zh-TW" altLang="en-US" sz="2000" dirty="0">
                <a:latin typeface="Arial" panose="020B0604020202020204" pitchFamily="34" charset="0"/>
              </a:rPr>
              <a:t>                                          </a:t>
            </a:r>
            <a:r>
              <a:rPr lang="en-US" altLang="zh-TW" sz="2000" dirty="0">
                <a:latin typeface="Arial" panose="020B0604020202020204" pitchFamily="34" charset="0"/>
              </a:rPr>
              <a:t># GET /items</a:t>
            </a:r>
          </a:p>
          <a:p>
            <a:pPr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return {'message': '</a:t>
            </a:r>
            <a:r>
              <a:rPr lang="zh-TW" altLang="en-US" sz="2000" dirty="0">
                <a:latin typeface="Arial" panose="020B0604020202020204" pitchFamily="34" charset="0"/>
              </a:rPr>
              <a:t>讀取所有資料</a:t>
            </a:r>
            <a:r>
              <a:rPr lang="en-US" altLang="zh-TW" sz="2000" dirty="0">
                <a:latin typeface="Arial" panose="020B0604020202020204" pitchFamily="34" charset="0"/>
              </a:rPr>
              <a:t>'}, 200</a:t>
            </a:r>
          </a:p>
          <a:p>
            <a:pPr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def post(self):      </a:t>
            </a:r>
            <a:r>
              <a:rPr lang="zh-TW" altLang="en-US" sz="2000" dirty="0">
                <a:latin typeface="Arial" panose="020B0604020202020204" pitchFamily="34" charset="0"/>
              </a:rPr>
              <a:t>                                        </a:t>
            </a:r>
            <a:r>
              <a:rPr lang="en-US" altLang="zh-TW" sz="2000" dirty="0">
                <a:latin typeface="Arial" panose="020B0604020202020204" pitchFamily="34" charset="0"/>
              </a:rPr>
              <a:t># POST /items</a:t>
            </a:r>
          </a:p>
          <a:p>
            <a:pPr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return {'message': '</a:t>
            </a:r>
            <a:r>
              <a:rPr lang="zh-TW" altLang="en-US" sz="2000" dirty="0">
                <a:latin typeface="Arial" panose="020B0604020202020204" pitchFamily="34" charset="0"/>
              </a:rPr>
              <a:t>新增資料</a:t>
            </a:r>
            <a:r>
              <a:rPr lang="en-US" altLang="zh-TW" sz="2000" dirty="0">
                <a:latin typeface="Arial" panose="020B0604020202020204" pitchFamily="34" charset="0"/>
              </a:rPr>
              <a:t>'}, 201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class Item(Resource):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def get(self, id):      </a:t>
            </a:r>
            <a:r>
              <a:rPr lang="zh-TW" altLang="en-US" sz="2000" dirty="0">
                <a:latin typeface="Arial" panose="020B0604020202020204" pitchFamily="34" charset="0"/>
              </a:rPr>
              <a:t>                                     </a:t>
            </a:r>
            <a:r>
              <a:rPr lang="en-US" altLang="zh-TW" sz="2000" dirty="0">
                <a:latin typeface="Arial" panose="020B0604020202020204" pitchFamily="34" charset="0"/>
              </a:rPr>
              <a:t># GET /items/&lt;id&gt;   </a:t>
            </a:r>
          </a:p>
          <a:p>
            <a:pPr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return {'message': f'</a:t>
            </a:r>
            <a:r>
              <a:rPr lang="zh-TW" altLang="en-US" sz="2000" dirty="0">
                <a:latin typeface="Arial" panose="020B0604020202020204" pitchFamily="34" charset="0"/>
              </a:rPr>
              <a:t>根據</a:t>
            </a:r>
            <a:r>
              <a:rPr lang="en-US" altLang="zh-TW" sz="2000" dirty="0">
                <a:latin typeface="Arial" panose="020B0604020202020204" pitchFamily="34" charset="0"/>
              </a:rPr>
              <a:t>{id}</a:t>
            </a:r>
            <a:r>
              <a:rPr lang="zh-TW" altLang="en-US" sz="2000" dirty="0">
                <a:latin typeface="Arial" panose="020B0604020202020204" pitchFamily="34" charset="0"/>
              </a:rPr>
              <a:t>讀取資料</a:t>
            </a:r>
            <a:r>
              <a:rPr lang="en-US" altLang="zh-TW" sz="2000" dirty="0">
                <a:latin typeface="Arial" panose="020B0604020202020204" pitchFamily="34" charset="0"/>
              </a:rPr>
              <a:t>'}, 200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def put(self, id):     </a:t>
            </a:r>
            <a:r>
              <a:rPr lang="zh-TW" altLang="en-US" sz="2000" dirty="0">
                <a:latin typeface="Arial" panose="020B0604020202020204" pitchFamily="34" charset="0"/>
              </a:rPr>
              <a:t>                                      </a:t>
            </a:r>
            <a:r>
              <a:rPr lang="en-US" altLang="zh-TW" sz="2000" dirty="0">
                <a:latin typeface="Arial" panose="020B0604020202020204" pitchFamily="34" charset="0"/>
              </a:rPr>
              <a:t># PUT /items/&lt;id&gt;    </a:t>
            </a:r>
          </a:p>
          <a:p>
            <a:pPr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return {'message': f'</a:t>
            </a:r>
            <a:r>
              <a:rPr lang="zh-TW" altLang="en-US" sz="2000" dirty="0">
                <a:latin typeface="Arial" panose="020B0604020202020204" pitchFamily="34" charset="0"/>
              </a:rPr>
              <a:t>根據</a:t>
            </a:r>
            <a:r>
              <a:rPr lang="en-US" altLang="zh-TW" sz="2000" dirty="0">
                <a:latin typeface="Arial" panose="020B0604020202020204" pitchFamily="34" charset="0"/>
              </a:rPr>
              <a:t>{id}</a:t>
            </a:r>
            <a:r>
              <a:rPr lang="zh-TW" altLang="en-US" sz="2000" dirty="0">
                <a:latin typeface="Arial" panose="020B0604020202020204" pitchFamily="34" charset="0"/>
              </a:rPr>
              <a:t>修改資料</a:t>
            </a:r>
            <a:r>
              <a:rPr lang="en-US" altLang="zh-TW" sz="2000" dirty="0">
                <a:latin typeface="Arial" panose="020B0604020202020204" pitchFamily="34" charset="0"/>
              </a:rPr>
              <a:t>'}, 200    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def delete(self, id):   </a:t>
            </a:r>
            <a:r>
              <a:rPr lang="zh-TW" altLang="en-US" sz="2000" dirty="0">
                <a:latin typeface="Arial" panose="020B0604020202020204" pitchFamily="34" charset="0"/>
              </a:rPr>
              <a:t>                                   </a:t>
            </a:r>
            <a:r>
              <a:rPr lang="en-US" altLang="zh-TW" sz="2000" dirty="0">
                <a:latin typeface="Arial" panose="020B0604020202020204" pitchFamily="34" charset="0"/>
              </a:rPr>
              <a:t># DELETE /items/&lt;id&gt;</a:t>
            </a:r>
          </a:p>
          <a:p>
            <a:pPr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return {'message': f'</a:t>
            </a:r>
            <a:r>
              <a:rPr lang="zh-TW" altLang="en-US" sz="2000" dirty="0">
                <a:latin typeface="Arial" panose="020B0604020202020204" pitchFamily="34" charset="0"/>
              </a:rPr>
              <a:t>根據</a:t>
            </a:r>
            <a:r>
              <a:rPr lang="en-US" altLang="zh-TW" sz="2000" dirty="0">
                <a:latin typeface="Arial" panose="020B0604020202020204" pitchFamily="34" charset="0"/>
              </a:rPr>
              <a:t>{id}</a:t>
            </a:r>
            <a:r>
              <a:rPr lang="zh-TW" altLang="en-US" sz="2000" dirty="0">
                <a:latin typeface="Arial" panose="020B0604020202020204" pitchFamily="34" charset="0"/>
              </a:rPr>
              <a:t>刪除資料</a:t>
            </a:r>
            <a:r>
              <a:rPr lang="en-US" altLang="zh-TW" sz="2000" dirty="0">
                <a:latin typeface="Arial" panose="020B0604020202020204" pitchFamily="34" charset="0"/>
              </a:rPr>
              <a:t>'}, 200 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EC7082A-9884-A06A-EFCC-794B0E34F7AB}"/>
              </a:ext>
            </a:extLst>
          </p:cNvPr>
          <p:cNvSpPr txBox="1"/>
          <p:nvPr/>
        </p:nvSpPr>
        <p:spPr>
          <a:xfrm>
            <a:off x="8940138" y="878441"/>
            <a:ext cx="24136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resources/items_api.py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402056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02588A-3295-4F57-2D07-2481A925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flask-restful </a:t>
            </a:r>
            <a:r>
              <a:rPr lang="zh-TW" altLang="en-US" dirty="0"/>
              <a:t>路由設定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A4833E8-2DB7-7CD6-9312-D7DA5E27E1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TW" altLang="en-US" dirty="0"/>
              <a:t>透過 </a:t>
            </a:r>
            <a:r>
              <a:rPr lang="en-US" altLang="zh-TW" dirty="0"/>
              <a:t>Blueprint </a:t>
            </a:r>
            <a:r>
              <a:rPr lang="zh-TW" altLang="en-US" dirty="0"/>
              <a:t>管理 </a:t>
            </a:r>
            <a:r>
              <a:rPr lang="en-US" altLang="zh-TW" dirty="0" err="1"/>
              <a:t>api</a:t>
            </a:r>
            <a:r>
              <a:rPr lang="zh-TW" altLang="en-US" dirty="0"/>
              <a:t> </a:t>
            </a:r>
            <a:r>
              <a:rPr lang="en-US" altLang="zh-TW" dirty="0"/>
              <a:t>routes/api.py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在 </a:t>
            </a:r>
            <a:r>
              <a:rPr lang="en-US" altLang="zh-TW" dirty="0"/>
              <a:t>app.py </a:t>
            </a:r>
            <a:r>
              <a:rPr lang="zh-TW" altLang="en-US" dirty="0"/>
              <a:t>中使用 </a:t>
            </a:r>
            <a:r>
              <a:rPr lang="en-US" altLang="zh-TW" dirty="0"/>
              <a:t>Blueprint</a:t>
            </a:r>
            <a:r>
              <a:rPr lang="zh-TW" altLang="en-US" dirty="0"/>
              <a:t>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E3BEB1A-8EDC-880F-EB68-184003E156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47</a:t>
            </a:fld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B3295A-BC80-60FF-2B92-00CE7661A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2022477"/>
            <a:ext cx="10515599" cy="291939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from flask import Blueprint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from </a:t>
            </a:r>
            <a:r>
              <a:rPr lang="en-US" altLang="zh-TW" sz="2000" dirty="0" err="1">
                <a:latin typeface="Arial" panose="020B0604020202020204" pitchFamily="34" charset="0"/>
              </a:rPr>
              <a:t>flask_restful</a:t>
            </a:r>
            <a:r>
              <a:rPr lang="en-US" altLang="zh-TW" sz="2000" dirty="0">
                <a:latin typeface="Arial" panose="020B0604020202020204" pitchFamily="34" charset="0"/>
              </a:rPr>
              <a:t> import Api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from </a:t>
            </a:r>
            <a:r>
              <a:rPr lang="en-US" altLang="zh-TW" sz="2000" dirty="0" err="1">
                <a:latin typeface="Arial" panose="020B0604020202020204" pitchFamily="34" charset="0"/>
              </a:rPr>
              <a:t>resources.items_api</a:t>
            </a:r>
            <a:r>
              <a:rPr lang="en-US" altLang="zh-TW" sz="2000" dirty="0">
                <a:latin typeface="Arial" panose="020B0604020202020204" pitchFamily="34" charset="0"/>
              </a:rPr>
              <a:t> import Items, Item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000" dirty="0" err="1">
                <a:latin typeface="Arial" panose="020B0604020202020204" pitchFamily="34" charset="0"/>
              </a:rPr>
              <a:t>api_bp</a:t>
            </a:r>
            <a:r>
              <a:rPr lang="en-US" altLang="zh-TW" sz="2000" dirty="0">
                <a:latin typeface="Arial" panose="020B0604020202020204" pitchFamily="34" charset="0"/>
              </a:rPr>
              <a:t> = Blueprint('</a:t>
            </a:r>
            <a:r>
              <a:rPr lang="en-US" altLang="zh-TW" sz="2000" dirty="0" err="1">
                <a:latin typeface="Arial" panose="020B0604020202020204" pitchFamily="34" charset="0"/>
              </a:rPr>
              <a:t>api</a:t>
            </a:r>
            <a:r>
              <a:rPr lang="en-US" altLang="zh-TW" sz="2000" dirty="0">
                <a:latin typeface="Arial" panose="020B0604020202020204" pitchFamily="34" charset="0"/>
              </a:rPr>
              <a:t>', __name__)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000" dirty="0" err="1">
                <a:latin typeface="Arial" panose="020B0604020202020204" pitchFamily="34" charset="0"/>
              </a:rPr>
              <a:t>api</a:t>
            </a:r>
            <a:r>
              <a:rPr lang="en-US" altLang="zh-TW" sz="2000" dirty="0">
                <a:latin typeface="Arial" panose="020B0604020202020204" pitchFamily="34" charset="0"/>
              </a:rPr>
              <a:t> = Api(</a:t>
            </a:r>
            <a:r>
              <a:rPr lang="en-US" altLang="zh-TW" sz="2000" dirty="0" err="1">
                <a:latin typeface="Arial" panose="020B0604020202020204" pitchFamily="34" charset="0"/>
              </a:rPr>
              <a:t>api_bp</a:t>
            </a:r>
            <a:r>
              <a:rPr lang="en-US" altLang="zh-TW" sz="2000" dirty="0">
                <a:latin typeface="Arial" panose="020B0604020202020204" pitchFamily="34" charset="0"/>
              </a:rPr>
              <a:t>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#</a:t>
            </a:r>
            <a:r>
              <a:rPr lang="zh-TW" altLang="en-US" sz="2000" dirty="0">
                <a:latin typeface="Arial" panose="020B0604020202020204" pitchFamily="34" charset="0"/>
              </a:rPr>
              <a:t>設定路由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000" dirty="0" err="1">
                <a:latin typeface="Arial" panose="020B0604020202020204" pitchFamily="34" charset="0"/>
              </a:rPr>
              <a:t>api.add_resource</a:t>
            </a:r>
            <a:r>
              <a:rPr lang="en-US" altLang="zh-TW" sz="2000" dirty="0">
                <a:latin typeface="Arial" panose="020B0604020202020204" pitchFamily="34" charset="0"/>
              </a:rPr>
              <a:t>(Items, '/items')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000" dirty="0" err="1">
                <a:latin typeface="Arial" panose="020B0604020202020204" pitchFamily="34" charset="0"/>
              </a:rPr>
              <a:t>api.add_resource</a:t>
            </a:r>
            <a:r>
              <a:rPr lang="en-US" altLang="zh-TW" sz="2000" dirty="0">
                <a:latin typeface="Arial" panose="020B0604020202020204" pitchFamily="34" charset="0"/>
              </a:rPr>
              <a:t>(Item, '/item/&lt;</a:t>
            </a:r>
            <a:r>
              <a:rPr lang="en-US" altLang="zh-TW" sz="2000" dirty="0" err="1">
                <a:latin typeface="Arial" panose="020B0604020202020204" pitchFamily="34" charset="0"/>
              </a:rPr>
              <a:t>int:id</a:t>
            </a:r>
            <a:r>
              <a:rPr lang="en-US" altLang="zh-TW" sz="2000" dirty="0">
                <a:latin typeface="Arial" panose="020B0604020202020204" pitchFamily="34" charset="0"/>
              </a:rPr>
              <a:t>&gt;')</a:t>
            </a:r>
            <a:endParaRPr lang="zh-TW" altLang="en-US" sz="2000" dirty="0">
              <a:latin typeface="Arial" panose="020B060402020202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4C402457-0303-13BA-4F1B-F0EA54008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5399337"/>
            <a:ext cx="10515599" cy="95827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from </a:t>
            </a:r>
            <a:r>
              <a:rPr lang="en-US" altLang="zh-TW" sz="2000" dirty="0" err="1">
                <a:latin typeface="Arial" panose="020B0604020202020204" pitchFamily="34" charset="0"/>
              </a:rPr>
              <a:t>routes.api</a:t>
            </a:r>
            <a:r>
              <a:rPr lang="en-US" altLang="zh-TW" sz="2000" dirty="0">
                <a:latin typeface="Arial" panose="020B0604020202020204" pitchFamily="34" charset="0"/>
              </a:rPr>
              <a:t> import </a:t>
            </a:r>
            <a:r>
              <a:rPr lang="en-US" altLang="zh-TW" sz="2000" dirty="0" err="1">
                <a:latin typeface="Arial" panose="020B0604020202020204" pitchFamily="34" charset="0"/>
              </a:rPr>
              <a:t>api_bp</a:t>
            </a:r>
            <a:endParaRPr lang="en-US" altLang="zh-TW" sz="20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zh-TW" sz="2000" dirty="0" err="1">
                <a:latin typeface="Arial" panose="020B0604020202020204" pitchFamily="34" charset="0"/>
              </a:rPr>
              <a:t>app.register_blueprint</a:t>
            </a:r>
            <a:r>
              <a:rPr lang="en-US" altLang="zh-TW" sz="2000" dirty="0">
                <a:latin typeface="Arial" panose="020B0604020202020204" pitchFamily="34" charset="0"/>
              </a:rPr>
              <a:t>(</a:t>
            </a:r>
            <a:r>
              <a:rPr lang="en-US" altLang="zh-TW" sz="2000" dirty="0" err="1">
                <a:latin typeface="Arial" panose="020B0604020202020204" pitchFamily="34" charset="0"/>
              </a:rPr>
              <a:t>api_bp</a:t>
            </a:r>
            <a:r>
              <a:rPr lang="en-US" altLang="zh-TW" sz="2000" dirty="0">
                <a:latin typeface="Arial" panose="020B0604020202020204" pitchFamily="34" charset="0"/>
              </a:rPr>
              <a:t>, </a:t>
            </a:r>
            <a:r>
              <a:rPr lang="en-US" altLang="zh-TW" sz="2000" dirty="0" err="1">
                <a:latin typeface="Arial" panose="020B0604020202020204" pitchFamily="34" charset="0"/>
              </a:rPr>
              <a:t>url_prefix</a:t>
            </a:r>
            <a:r>
              <a:rPr lang="en-US" altLang="zh-TW" sz="2000" dirty="0">
                <a:latin typeface="Arial" panose="020B0604020202020204" pitchFamily="34" charset="0"/>
              </a:rPr>
              <a:t>='/</a:t>
            </a:r>
            <a:r>
              <a:rPr lang="en-US" altLang="zh-TW" sz="2000" dirty="0" err="1">
                <a:latin typeface="Arial" panose="020B0604020202020204" pitchFamily="34" charset="0"/>
              </a:rPr>
              <a:t>api</a:t>
            </a:r>
            <a:r>
              <a:rPr lang="en-US" altLang="zh-TW" sz="2000" dirty="0">
                <a:latin typeface="Arial" panose="020B0604020202020204" pitchFamily="34" charset="0"/>
              </a:rPr>
              <a:t>')</a:t>
            </a:r>
          </a:p>
        </p:txBody>
      </p:sp>
      <p:pic>
        <p:nvPicPr>
          <p:cNvPr id="9" name="圖片 8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DF02DACF-0AED-CCF8-C355-333677E9F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598" y="2218553"/>
            <a:ext cx="4629184" cy="2277175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0424D21D-D9EA-B6A3-1B4C-E101626D63F6}"/>
              </a:ext>
            </a:extLst>
          </p:cNvPr>
          <p:cNvSpPr/>
          <p:nvPr/>
        </p:nvSpPr>
        <p:spPr>
          <a:xfrm>
            <a:off x="4356243" y="5875274"/>
            <a:ext cx="1739757" cy="44064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A812545-EAE4-0B17-33EF-564E35590FEF}"/>
              </a:ext>
            </a:extLst>
          </p:cNvPr>
          <p:cNvSpPr/>
          <p:nvPr/>
        </p:nvSpPr>
        <p:spPr>
          <a:xfrm>
            <a:off x="3704260" y="4171306"/>
            <a:ext cx="949933" cy="44064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7AC9AA26-C1D3-EA0A-A308-EB4D62C34567}"/>
              </a:ext>
            </a:extLst>
          </p:cNvPr>
          <p:cNvCxnSpPr>
            <a:cxnSpLocks/>
          </p:cNvCxnSpPr>
          <p:nvPr/>
        </p:nvCxnSpPr>
        <p:spPr>
          <a:xfrm flipH="1">
            <a:off x="6174769" y="2712378"/>
            <a:ext cx="3739793" cy="312120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E5A4CDD6-1FEF-7C06-604E-22799E991946}"/>
              </a:ext>
            </a:extLst>
          </p:cNvPr>
          <p:cNvCxnSpPr>
            <a:cxnSpLocks/>
          </p:cNvCxnSpPr>
          <p:nvPr/>
        </p:nvCxnSpPr>
        <p:spPr>
          <a:xfrm flipH="1">
            <a:off x="4735532" y="2712378"/>
            <a:ext cx="5692060" cy="156060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77705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4603C9-123B-F03D-BAFB-F8A2A757E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API</a:t>
            </a:r>
            <a:r>
              <a:rPr lang="zh-TW" altLang="en-US" dirty="0"/>
              <a:t> 架構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BD8BA24-B439-4B58-9AE8-B969E4BC77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TW" altLang="en-US" dirty="0"/>
              <a:t>每個 </a:t>
            </a:r>
            <a:r>
              <a:rPr lang="en-US" altLang="zh-TW" dirty="0"/>
              <a:t>URL</a:t>
            </a:r>
            <a:r>
              <a:rPr lang="zh-TW" altLang="en-US" dirty="0"/>
              <a:t> 都會對應到一個資源</a:t>
            </a:r>
            <a:endParaRPr lang="en-US" altLang="zh-TW" dirty="0"/>
          </a:p>
          <a:p>
            <a:r>
              <a:rPr lang="zh-TW" altLang="en-US" dirty="0"/>
              <a:t>每一個資源習慣都會獨立成一個 </a:t>
            </a:r>
            <a:r>
              <a:rPr lang="en-US" altLang="zh-TW" dirty="0"/>
              <a:t>.</a:t>
            </a:r>
            <a:r>
              <a:rPr lang="en-US" altLang="zh-TW" dirty="0" err="1"/>
              <a:t>py</a:t>
            </a:r>
            <a:r>
              <a:rPr lang="en-US" altLang="zh-TW" dirty="0"/>
              <a:t> </a:t>
            </a:r>
            <a:r>
              <a:rPr lang="zh-TW" altLang="en-US" dirty="0"/>
              <a:t>檔</a:t>
            </a:r>
            <a:endParaRPr lang="en-US" altLang="zh-TW" dirty="0"/>
          </a:p>
          <a:p>
            <a:r>
              <a:rPr lang="zh-TW" altLang="en-US" dirty="0"/>
              <a:t>統一放在 </a:t>
            </a:r>
            <a:r>
              <a:rPr lang="en-US" altLang="zh-TW" dirty="0"/>
              <a:t>【resources】</a:t>
            </a:r>
            <a:r>
              <a:rPr lang="zh-TW" altLang="en-US" dirty="0"/>
              <a:t>的資料夾中 </a:t>
            </a:r>
            <a:endParaRPr lang="en-US" altLang="zh-TW" dirty="0"/>
          </a:p>
          <a:p>
            <a:r>
              <a:rPr lang="zh-TW" altLang="en-US" dirty="0"/>
              <a:t>透過 </a:t>
            </a:r>
            <a:r>
              <a:rPr lang="en-US" altLang="zh-TW" dirty="0"/>
              <a:t>Blueprint </a:t>
            </a:r>
            <a:r>
              <a:rPr lang="zh-TW" altLang="en-US" dirty="0"/>
              <a:t>管理 </a:t>
            </a:r>
            <a:r>
              <a:rPr lang="en-US" altLang="zh-TW" dirty="0" err="1"/>
              <a:t>api</a:t>
            </a:r>
            <a:endParaRPr lang="en-US" altLang="zh-TW" dirty="0"/>
          </a:p>
          <a:p>
            <a:r>
              <a:rPr lang="zh-TW" altLang="en-US" dirty="0"/>
              <a:t>在主程式中 </a:t>
            </a:r>
            <a:r>
              <a:rPr lang="en-US" altLang="zh-TW" dirty="0"/>
              <a:t>app.py </a:t>
            </a:r>
            <a:r>
              <a:rPr lang="zh-TW" altLang="en-US" dirty="0"/>
              <a:t>引用 </a:t>
            </a:r>
            <a:r>
              <a:rPr lang="en-US" altLang="zh-TW" dirty="0"/>
              <a:t>Blueprint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5C0361-6E15-6535-26FE-EBAA275050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48</a:t>
            </a:fld>
            <a:endParaRPr lang="zh-TW" alt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3ACF03D-9ED2-E0B6-5FEC-9057983E8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940" y="4294937"/>
            <a:ext cx="10515599" cy="13660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from </a:t>
            </a:r>
            <a:r>
              <a:rPr lang="en-US" altLang="zh-TW" sz="2400" dirty="0" err="1">
                <a:latin typeface="Arial" panose="020B0604020202020204" pitchFamily="34" charset="0"/>
              </a:rPr>
              <a:t>routes.api</a:t>
            </a:r>
            <a:r>
              <a:rPr lang="en-US" altLang="zh-TW" sz="2400" dirty="0">
                <a:latin typeface="Arial" panose="020B0604020202020204" pitchFamily="34" charset="0"/>
              </a:rPr>
              <a:t> import </a:t>
            </a:r>
            <a:r>
              <a:rPr lang="en-US" altLang="zh-TW" sz="2400" dirty="0" err="1">
                <a:latin typeface="Arial" panose="020B0604020202020204" pitchFamily="34" charset="0"/>
              </a:rPr>
              <a:t>api_bp</a:t>
            </a:r>
            <a:endParaRPr lang="en-US" altLang="zh-TW" sz="24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 err="1">
                <a:latin typeface="Arial" panose="020B0604020202020204" pitchFamily="34" charset="0"/>
              </a:rPr>
              <a:t>app.register_blueprint</a:t>
            </a:r>
            <a:r>
              <a:rPr lang="en-US" altLang="zh-TW" sz="2400" dirty="0">
                <a:latin typeface="Arial" panose="020B0604020202020204" pitchFamily="34" charset="0"/>
              </a:rPr>
              <a:t>(</a:t>
            </a:r>
            <a:r>
              <a:rPr lang="en-US" altLang="zh-TW" sz="2400" dirty="0" err="1">
                <a:latin typeface="Arial" panose="020B0604020202020204" pitchFamily="34" charset="0"/>
              </a:rPr>
              <a:t>api_bp</a:t>
            </a:r>
            <a:r>
              <a:rPr lang="en-US" altLang="zh-TW" sz="2400" dirty="0">
                <a:latin typeface="Arial" panose="020B0604020202020204" pitchFamily="34" charset="0"/>
              </a:rPr>
              <a:t>, </a:t>
            </a:r>
            <a:r>
              <a:rPr lang="en-US" altLang="zh-TW" sz="2400" dirty="0" err="1">
                <a:latin typeface="Arial" panose="020B0604020202020204" pitchFamily="34" charset="0"/>
              </a:rPr>
              <a:t>url_prefix</a:t>
            </a:r>
            <a:r>
              <a:rPr lang="en-US" altLang="zh-TW" sz="2400" dirty="0">
                <a:latin typeface="Arial" panose="020B0604020202020204" pitchFamily="34" charset="0"/>
              </a:rPr>
              <a:t>='/</a:t>
            </a:r>
            <a:r>
              <a:rPr lang="en-US" altLang="zh-TW" sz="2400" dirty="0" err="1">
                <a:latin typeface="Arial" panose="020B0604020202020204" pitchFamily="34" charset="0"/>
              </a:rPr>
              <a:t>api</a:t>
            </a:r>
            <a:r>
              <a:rPr lang="en-US" altLang="zh-TW" sz="2400" dirty="0">
                <a:latin typeface="Arial" panose="020B0604020202020204" pitchFamily="34" charset="0"/>
              </a:rPr>
              <a:t>')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7043355-8EB9-AD46-B80E-B1BE5FDDC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2824" y="4221200"/>
            <a:ext cx="4624441" cy="233645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圖片 7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62B8B1D6-D5BD-F455-E4A5-BA0839B6F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4540" y="464328"/>
            <a:ext cx="2713337" cy="358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2715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04AE730-4867-4237-B737-A1C9104B98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49</a:t>
            </a:fld>
            <a:endParaRPr lang="zh-TW" altLang="en-US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2EEE3BCF-C21D-4BAA-B8F7-8DC97499C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測試開發好的</a:t>
            </a:r>
            <a:r>
              <a:rPr lang="en-US" altLang="zh-TW" dirty="0"/>
              <a:t> API - Postman</a:t>
            </a: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ECC17A79-6323-42F3-A616-C47BEAFCC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19" y="1060696"/>
            <a:ext cx="11894161" cy="5569236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7D3B078E-6791-0E6D-456F-8C62C1C561D5}"/>
              </a:ext>
            </a:extLst>
          </p:cNvPr>
          <p:cNvSpPr txBox="1"/>
          <p:nvPr/>
        </p:nvSpPr>
        <p:spPr>
          <a:xfrm>
            <a:off x="2763748" y="911963"/>
            <a:ext cx="74205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dirty="0"/>
              <a:t>https://www.postman.com/downloads/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5508412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D7E6CEA-4A6F-4C89-B08B-501800E6D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6400" y="6270172"/>
            <a:ext cx="378771" cy="438409"/>
          </a:xfrm>
        </p:spPr>
        <p:txBody>
          <a:bodyPr vert="horz" lIns="91440" tIns="45720" rIns="91440" bIns="45720" rtlCol="0" anchor="ctr"/>
          <a:lstStyle/>
          <a:p>
            <a:fld id="{3D244870-A228-419A-A4FF-2180DF8D9B1A}" type="slidenum">
              <a:rPr lang="zh-TW" altLang="en-US"/>
              <a:pPr/>
              <a:t>50</a:t>
            </a:fld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A60FFA3-53C5-4533-A665-E9E335025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下載 </a:t>
            </a:r>
            <a:r>
              <a:rPr lang="en-US" altLang="zh-TW" dirty="0"/>
              <a:t>Postman 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4B3CBC5-6446-4067-97DF-15B2C414B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58" y="751069"/>
            <a:ext cx="10503440" cy="5924854"/>
          </a:xfrm>
          <a:prstGeom prst="rect">
            <a:avLst/>
          </a:prstGeom>
        </p:spPr>
      </p:pic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0C90C0EA-DB25-41E3-BE9C-46515D45CD11}"/>
              </a:ext>
            </a:extLst>
          </p:cNvPr>
          <p:cNvCxnSpPr/>
          <p:nvPr/>
        </p:nvCxnSpPr>
        <p:spPr>
          <a:xfrm flipH="1">
            <a:off x="4425215" y="4389121"/>
            <a:ext cx="565484" cy="18047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52673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1E56DA71-C22E-5C43-031A-45D3F6A86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Postman - </a:t>
            </a:r>
            <a:r>
              <a:rPr lang="zh-TW" altLang="en-US" dirty="0"/>
              <a:t>測試 </a:t>
            </a:r>
            <a:r>
              <a:rPr lang="en-US" altLang="zh-TW" dirty="0"/>
              <a:t>HTTP</a:t>
            </a:r>
            <a:r>
              <a:rPr lang="zh-TW" altLang="en-US" dirty="0"/>
              <a:t> </a:t>
            </a:r>
            <a:r>
              <a:rPr lang="en-US" altLang="zh-TW" dirty="0"/>
              <a:t>GET</a:t>
            </a:r>
            <a:endParaRPr lang="zh-TW" altLang="en-US" dirty="0"/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7BB440A6-6B7C-B019-A98F-103FC8CDE3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8D9E456-6C28-276A-709D-1975FABCC9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51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6824FBA-0740-8519-8750-CB8D79F15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396355"/>
            <a:ext cx="10493328" cy="362721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B1AA265D-9F70-691E-253D-388A59E5D7B0}"/>
              </a:ext>
            </a:extLst>
          </p:cNvPr>
          <p:cNvSpPr/>
          <p:nvPr/>
        </p:nvSpPr>
        <p:spPr>
          <a:xfrm>
            <a:off x="860473" y="1434855"/>
            <a:ext cx="1510365" cy="6057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31A1D86-C568-FBF2-E7BF-1C01978EADA0}"/>
              </a:ext>
            </a:extLst>
          </p:cNvPr>
          <p:cNvSpPr/>
          <p:nvPr/>
        </p:nvSpPr>
        <p:spPr>
          <a:xfrm>
            <a:off x="2601041" y="1434855"/>
            <a:ext cx="2798732" cy="6057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E0C6E3F8-0D31-05B7-9698-1A77585A46A0}"/>
              </a:ext>
            </a:extLst>
          </p:cNvPr>
          <p:cNvCxnSpPr/>
          <p:nvPr/>
        </p:nvCxnSpPr>
        <p:spPr>
          <a:xfrm flipH="1">
            <a:off x="5053263" y="2165684"/>
            <a:ext cx="5082139" cy="207905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43179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8273E-DFED-9698-BB4E-FE189A193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099B422C-78B3-3D79-31E6-CF9D3D373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70" y="1136112"/>
            <a:ext cx="9575895" cy="4928181"/>
          </a:xfrm>
          <a:prstGeom prst="rect">
            <a:avLst/>
          </a:prstGeom>
        </p:spPr>
      </p:pic>
      <p:sp>
        <p:nvSpPr>
          <p:cNvPr id="6" name="標題 5">
            <a:extLst>
              <a:ext uri="{FF2B5EF4-FFF2-40B4-BE49-F238E27FC236}">
                <a16:creationId xmlns:a16="http://schemas.microsoft.com/office/drawing/2014/main" id="{9FF7A3DE-F9AE-FAE6-3A5D-D0D6C4AFF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Postman - </a:t>
            </a:r>
            <a:r>
              <a:rPr lang="zh-TW" altLang="en-US" dirty="0"/>
              <a:t>測試 </a:t>
            </a:r>
            <a:r>
              <a:rPr lang="en-US" altLang="zh-TW" dirty="0"/>
              <a:t>HTTP</a:t>
            </a:r>
            <a:r>
              <a:rPr lang="zh-TW" altLang="en-US" dirty="0"/>
              <a:t> </a:t>
            </a:r>
            <a:r>
              <a:rPr lang="en-US" altLang="zh-TW" dirty="0"/>
              <a:t>POST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2C3EAAE-5369-8D0C-07B7-A3838FEFF2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52</a:t>
            </a:fld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2F720A-C362-52B6-CE08-D54BA28A241F}"/>
              </a:ext>
            </a:extLst>
          </p:cNvPr>
          <p:cNvSpPr/>
          <p:nvPr/>
        </p:nvSpPr>
        <p:spPr>
          <a:xfrm>
            <a:off x="3511561" y="1841022"/>
            <a:ext cx="856704" cy="4713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FC9DA2CC-FFC2-4495-DAB3-83E6175F970B}"/>
              </a:ext>
            </a:extLst>
          </p:cNvPr>
          <p:cNvCxnSpPr>
            <a:cxnSpLocks/>
          </p:cNvCxnSpPr>
          <p:nvPr/>
        </p:nvCxnSpPr>
        <p:spPr>
          <a:xfrm flipH="1">
            <a:off x="5419023" y="1732547"/>
            <a:ext cx="4292868" cy="359984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FE643173-4C5A-CB53-796E-1239582A5B42}"/>
              </a:ext>
            </a:extLst>
          </p:cNvPr>
          <p:cNvSpPr/>
          <p:nvPr/>
        </p:nvSpPr>
        <p:spPr>
          <a:xfrm>
            <a:off x="2741540" y="1222440"/>
            <a:ext cx="2533104" cy="4713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20FFF3C-6775-6D4A-7935-BEC9AE11178A}"/>
              </a:ext>
            </a:extLst>
          </p:cNvPr>
          <p:cNvSpPr/>
          <p:nvPr/>
        </p:nvSpPr>
        <p:spPr>
          <a:xfrm>
            <a:off x="1719630" y="2862768"/>
            <a:ext cx="3160378" cy="12115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0647236-4C05-2568-EEB9-C400F5AAD751}"/>
              </a:ext>
            </a:extLst>
          </p:cNvPr>
          <p:cNvSpPr/>
          <p:nvPr/>
        </p:nvSpPr>
        <p:spPr>
          <a:xfrm>
            <a:off x="2129478" y="2312329"/>
            <a:ext cx="856704" cy="4713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9305C1C-6AB9-716F-937B-06D68C7A0D9B}"/>
              </a:ext>
            </a:extLst>
          </p:cNvPr>
          <p:cNvSpPr/>
          <p:nvPr/>
        </p:nvSpPr>
        <p:spPr>
          <a:xfrm>
            <a:off x="1193477" y="1261240"/>
            <a:ext cx="856704" cy="4713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圖說文字: 折線 19">
            <a:extLst>
              <a:ext uri="{FF2B5EF4-FFF2-40B4-BE49-F238E27FC236}">
                <a16:creationId xmlns:a16="http://schemas.microsoft.com/office/drawing/2014/main" id="{1D4762B7-7D7B-CC29-4E85-DF46E871B887}"/>
              </a:ext>
            </a:extLst>
          </p:cNvPr>
          <p:cNvSpPr/>
          <p:nvPr/>
        </p:nvSpPr>
        <p:spPr>
          <a:xfrm>
            <a:off x="5592278" y="2223436"/>
            <a:ext cx="1733657" cy="799863"/>
          </a:xfrm>
          <a:prstGeom prst="borderCallout2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要新增的資料</a:t>
            </a:r>
          </a:p>
        </p:txBody>
      </p:sp>
    </p:spTree>
    <p:extLst>
      <p:ext uri="{BB962C8B-B14F-4D97-AF65-F5344CB8AC3E}">
        <p14:creationId xmlns:p14="http://schemas.microsoft.com/office/powerpoint/2010/main" val="6304544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0AC2FA-A535-DF78-1180-ED9BAF5C2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Postman - </a:t>
            </a:r>
            <a:r>
              <a:rPr lang="zh-TW" altLang="en-US" dirty="0"/>
              <a:t>測試 </a:t>
            </a:r>
            <a:r>
              <a:rPr lang="en-US" altLang="zh-TW" dirty="0"/>
              <a:t>HTTP</a:t>
            </a:r>
            <a:r>
              <a:rPr lang="zh-TW" altLang="en-US" dirty="0"/>
              <a:t> </a:t>
            </a:r>
            <a:r>
              <a:rPr lang="en-US" altLang="zh-TW" dirty="0"/>
              <a:t>DELETE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A00A6FB-CD63-293D-60C3-79A3FB915C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3649AED-F956-620C-D384-69DEC37217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53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BC128C7-D303-FA23-7728-E7C8B62E1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073" y="1514168"/>
            <a:ext cx="10661851" cy="3577624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784FC19-2E46-EAAD-09A5-C18FAD67F3C6}"/>
              </a:ext>
            </a:extLst>
          </p:cNvPr>
          <p:cNvSpPr/>
          <p:nvPr/>
        </p:nvSpPr>
        <p:spPr>
          <a:xfrm>
            <a:off x="838199" y="1627360"/>
            <a:ext cx="1510365" cy="6057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FBE538B-08B7-A54F-7015-0767C7F8F639}"/>
              </a:ext>
            </a:extLst>
          </p:cNvPr>
          <p:cNvSpPr/>
          <p:nvPr/>
        </p:nvSpPr>
        <p:spPr>
          <a:xfrm>
            <a:off x="2578766" y="1627360"/>
            <a:ext cx="3032761" cy="6057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圖說文字: 折線 8">
            <a:extLst>
              <a:ext uri="{FF2B5EF4-FFF2-40B4-BE49-F238E27FC236}">
                <a16:creationId xmlns:a16="http://schemas.microsoft.com/office/drawing/2014/main" id="{8E082DD0-4719-9629-152A-C0A056D9AF5D}"/>
              </a:ext>
            </a:extLst>
          </p:cNvPr>
          <p:cNvSpPr/>
          <p:nvPr/>
        </p:nvSpPr>
        <p:spPr>
          <a:xfrm>
            <a:off x="6370072" y="2028953"/>
            <a:ext cx="1733657" cy="799863"/>
          </a:xfrm>
          <a:prstGeom prst="borderCallout2">
            <a:avLst>
              <a:gd name="adj1" fmla="val 42817"/>
              <a:gd name="adj2" fmla="val -4447"/>
              <a:gd name="adj3" fmla="val 43587"/>
              <a:gd name="adj4" fmla="val -17057"/>
              <a:gd name="adj5" fmla="val -617"/>
              <a:gd name="adj6" fmla="val -5888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這裡要有刪除哪一筆資料的編號</a:t>
            </a:r>
          </a:p>
        </p:txBody>
      </p:sp>
    </p:spTree>
    <p:extLst>
      <p:ext uri="{BB962C8B-B14F-4D97-AF65-F5344CB8AC3E}">
        <p14:creationId xmlns:p14="http://schemas.microsoft.com/office/powerpoint/2010/main" val="115138579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3D4044-8FD7-D0C2-CF9C-4CD4293A2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Postman - </a:t>
            </a:r>
            <a:r>
              <a:rPr lang="zh-TW" altLang="en-US" dirty="0"/>
              <a:t>測試 </a:t>
            </a:r>
            <a:r>
              <a:rPr lang="en-US" altLang="zh-TW" dirty="0"/>
              <a:t>HTTP</a:t>
            </a:r>
            <a:r>
              <a:rPr lang="zh-TW" altLang="en-US" dirty="0"/>
              <a:t> </a:t>
            </a:r>
            <a:r>
              <a:rPr lang="en-US" altLang="zh-TW" dirty="0"/>
              <a:t>PUT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1194FE5-43CA-E65A-2532-8FB402603D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00E8DD-F5E0-2F3F-BD79-03CF844AD7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54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87D4212-7A32-65F4-90FE-2412257D2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8" y="1206911"/>
            <a:ext cx="9528701" cy="488856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1749BBF-2200-F1B4-4491-A618904B1CC9}"/>
              </a:ext>
            </a:extLst>
          </p:cNvPr>
          <p:cNvSpPr/>
          <p:nvPr/>
        </p:nvSpPr>
        <p:spPr>
          <a:xfrm>
            <a:off x="5178392" y="1278514"/>
            <a:ext cx="519764" cy="4713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6A4DBCC-4694-6B0D-D39B-1E47D6A72FE2}"/>
              </a:ext>
            </a:extLst>
          </p:cNvPr>
          <p:cNvSpPr/>
          <p:nvPr/>
        </p:nvSpPr>
        <p:spPr>
          <a:xfrm>
            <a:off x="1386346" y="1278514"/>
            <a:ext cx="931453" cy="4713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圖說文字: 折線 8">
            <a:extLst>
              <a:ext uri="{FF2B5EF4-FFF2-40B4-BE49-F238E27FC236}">
                <a16:creationId xmlns:a16="http://schemas.microsoft.com/office/drawing/2014/main" id="{4B9A5A16-2FB9-A00D-13E9-EE5528143FC2}"/>
              </a:ext>
            </a:extLst>
          </p:cNvPr>
          <p:cNvSpPr/>
          <p:nvPr/>
        </p:nvSpPr>
        <p:spPr>
          <a:xfrm>
            <a:off x="6622181" y="1595816"/>
            <a:ext cx="1733657" cy="799863"/>
          </a:xfrm>
          <a:prstGeom prst="borderCallout2">
            <a:avLst>
              <a:gd name="adj1" fmla="val 42817"/>
              <a:gd name="adj2" fmla="val -4447"/>
              <a:gd name="adj3" fmla="val 43587"/>
              <a:gd name="adj4" fmla="val -17057"/>
              <a:gd name="adj5" fmla="val -617"/>
              <a:gd name="adj6" fmla="val -5888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這裡要有修改哪一筆資料的編號</a:t>
            </a:r>
          </a:p>
        </p:txBody>
      </p:sp>
      <p:sp>
        <p:nvSpPr>
          <p:cNvPr id="10" name="圖說文字: 折線 9">
            <a:extLst>
              <a:ext uri="{FF2B5EF4-FFF2-40B4-BE49-F238E27FC236}">
                <a16:creationId xmlns:a16="http://schemas.microsoft.com/office/drawing/2014/main" id="{921DD2E4-D87E-E604-D446-B03338CB5D7D}"/>
              </a:ext>
            </a:extLst>
          </p:cNvPr>
          <p:cNvSpPr/>
          <p:nvPr/>
        </p:nvSpPr>
        <p:spPr>
          <a:xfrm>
            <a:off x="4571445" y="2560321"/>
            <a:ext cx="1733657" cy="799863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89636"/>
              <a:gd name="adj6" fmla="val -5499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要修改的內容</a:t>
            </a:r>
          </a:p>
        </p:txBody>
      </p:sp>
    </p:spTree>
    <p:extLst>
      <p:ext uri="{BB962C8B-B14F-4D97-AF65-F5344CB8AC3E}">
        <p14:creationId xmlns:p14="http://schemas.microsoft.com/office/powerpoint/2010/main" val="161168385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5ADBBC-2CA8-1FC6-4B46-93A023967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Ajax </a:t>
            </a:r>
            <a:r>
              <a:rPr lang="zh-TW" altLang="en-US" dirty="0"/>
              <a:t>程式開發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A591990-CE25-3937-DCC8-A08545DA24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使用 </a:t>
            </a:r>
            <a:r>
              <a:rPr lang="en-US" altLang="zh-TW" dirty="0"/>
              <a:t>fetch()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44133CF-0033-175C-797C-029FBE97AE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55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171321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0359FD-6364-F7A6-6FFC-CF106D209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技術演進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1B86E7-7671-21FE-72EE-9C8B7C1973A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6A56AA8-E54A-EA23-6168-A73363011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56</a:t>
            </a:fld>
            <a:endParaRPr lang="zh-TW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A37EAC1-4DEB-1DF0-1231-20CCB9941221}"/>
              </a:ext>
            </a:extLst>
          </p:cNvPr>
          <p:cNvSpPr/>
          <p:nvPr/>
        </p:nvSpPr>
        <p:spPr>
          <a:xfrm>
            <a:off x="979714" y="3731854"/>
            <a:ext cx="10156372" cy="5417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42E821C3-3366-5C40-164D-B5102734856F}"/>
              </a:ext>
            </a:extLst>
          </p:cNvPr>
          <p:cNvSpPr/>
          <p:nvPr/>
        </p:nvSpPr>
        <p:spPr>
          <a:xfrm>
            <a:off x="925713" y="3550973"/>
            <a:ext cx="108000" cy="36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C9A1BE-F292-1C32-2B86-20227158FBA3}"/>
              </a:ext>
            </a:extLst>
          </p:cNvPr>
          <p:cNvSpPr/>
          <p:nvPr/>
        </p:nvSpPr>
        <p:spPr>
          <a:xfrm>
            <a:off x="3189446" y="3562691"/>
            <a:ext cx="108000" cy="36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E3BA89-911A-15F8-E522-D808D4F450B9}"/>
              </a:ext>
            </a:extLst>
          </p:cNvPr>
          <p:cNvSpPr/>
          <p:nvPr/>
        </p:nvSpPr>
        <p:spPr>
          <a:xfrm>
            <a:off x="5793446" y="3562691"/>
            <a:ext cx="108000" cy="36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AA28E73B-DBA8-2F7E-C51E-064418C39F8A}"/>
              </a:ext>
            </a:extLst>
          </p:cNvPr>
          <p:cNvSpPr/>
          <p:nvPr/>
        </p:nvSpPr>
        <p:spPr>
          <a:xfrm>
            <a:off x="11135487" y="3550973"/>
            <a:ext cx="108000" cy="36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91DFAE02-2E6A-325D-04A9-E052F0C5FDEC}"/>
              </a:ext>
            </a:extLst>
          </p:cNvPr>
          <p:cNvSpPr/>
          <p:nvPr/>
        </p:nvSpPr>
        <p:spPr>
          <a:xfrm>
            <a:off x="8397446" y="3562691"/>
            <a:ext cx="108000" cy="36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2583CEF-FB10-58F6-EA49-80EE2A884E74}"/>
              </a:ext>
            </a:extLst>
          </p:cNvPr>
          <p:cNvSpPr txBox="1"/>
          <p:nvPr/>
        </p:nvSpPr>
        <p:spPr>
          <a:xfrm>
            <a:off x="2815173" y="3039959"/>
            <a:ext cx="817211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2006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734EBC2A-5E27-4ECE-9C04-497FB7568ADD}"/>
              </a:ext>
            </a:extLst>
          </p:cNvPr>
          <p:cNvSpPr txBox="1"/>
          <p:nvPr/>
        </p:nvSpPr>
        <p:spPr>
          <a:xfrm>
            <a:off x="5438840" y="3915845"/>
            <a:ext cx="817211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2014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00AF529F-2DB9-D78A-27E8-97D16E9D3694}"/>
              </a:ext>
            </a:extLst>
          </p:cNvPr>
          <p:cNvGrpSpPr/>
          <p:nvPr/>
        </p:nvGrpSpPr>
        <p:grpSpPr>
          <a:xfrm>
            <a:off x="-156111" y="2391381"/>
            <a:ext cx="2815172" cy="1167521"/>
            <a:chOff x="803640" y="3362835"/>
            <a:chExt cx="2067151" cy="1167521"/>
          </a:xfrm>
        </p:grpSpPr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1B9A74BA-9C1F-9BBE-CEE0-97D685CF24F4}"/>
                </a:ext>
              </a:extLst>
            </p:cNvPr>
            <p:cNvSpPr txBox="1"/>
            <p:nvPr/>
          </p:nvSpPr>
          <p:spPr>
            <a:xfrm>
              <a:off x="811134" y="3699359"/>
              <a:ext cx="20596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IE5 </a:t>
              </a:r>
              <a:r>
                <a:rPr lang="zh-TW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首次出現</a:t>
              </a:r>
              <a:r>
                <a:rPr lang="en-US" altLang="zh-TW" sz="2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Microsoft.XMLHTTP</a:t>
              </a:r>
              <a:endPara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707FB471-5196-68F2-199E-ACBBF096F642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2400" b="1" dirty="0">
                  <a:solidFill>
                    <a:schemeClr val="accent1"/>
                  </a:solidFill>
                  <a:cs typeface="Arial" pitchFamily="34" charset="0"/>
                </a:rPr>
                <a:t>Microsoft</a:t>
              </a:r>
              <a:endParaRPr lang="ko-KR" altLang="en-US" sz="24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sp>
        <p:nvSpPr>
          <p:cNvPr id="33" name="TextBox 13">
            <a:extLst>
              <a:ext uri="{FF2B5EF4-FFF2-40B4-BE49-F238E27FC236}">
                <a16:creationId xmlns:a16="http://schemas.microsoft.com/office/drawing/2014/main" id="{F196693B-790B-C703-1272-B62604BD3286}"/>
              </a:ext>
            </a:extLst>
          </p:cNvPr>
          <p:cNvSpPr txBox="1"/>
          <p:nvPr/>
        </p:nvSpPr>
        <p:spPr>
          <a:xfrm>
            <a:off x="625107" y="3927013"/>
            <a:ext cx="817211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1999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40" name="Group 21">
            <a:extLst>
              <a:ext uri="{FF2B5EF4-FFF2-40B4-BE49-F238E27FC236}">
                <a16:creationId xmlns:a16="http://schemas.microsoft.com/office/drawing/2014/main" id="{62840226-9801-6EC8-8CA2-850A81BB4E35}"/>
              </a:ext>
            </a:extLst>
          </p:cNvPr>
          <p:cNvGrpSpPr/>
          <p:nvPr/>
        </p:nvGrpSpPr>
        <p:grpSpPr>
          <a:xfrm>
            <a:off x="4398373" y="2389164"/>
            <a:ext cx="2601879" cy="1167521"/>
            <a:chOff x="803640" y="3362835"/>
            <a:chExt cx="2067151" cy="1167521"/>
          </a:xfrm>
        </p:grpSpPr>
        <p:sp>
          <p:nvSpPr>
            <p:cNvPr id="41" name="TextBox 22">
              <a:extLst>
                <a:ext uri="{FF2B5EF4-FFF2-40B4-BE49-F238E27FC236}">
                  <a16:creationId xmlns:a16="http://schemas.microsoft.com/office/drawing/2014/main" id="{0D6960CF-51B8-6E52-6F27-4F5151D26305}"/>
                </a:ext>
              </a:extLst>
            </p:cNvPr>
            <p:cNvSpPr txBox="1"/>
            <p:nvPr/>
          </p:nvSpPr>
          <p:spPr>
            <a:xfrm>
              <a:off x="811134" y="3699359"/>
              <a:ext cx="20596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sz="2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XMLHttpRequest</a:t>
              </a:r>
              <a:r>
                <a:rPr lang="en-US" altLang="zh-TW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advanced features</a:t>
              </a:r>
              <a:endPara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2" name="TextBox 23">
              <a:extLst>
                <a:ext uri="{FF2B5EF4-FFF2-40B4-BE49-F238E27FC236}">
                  <a16:creationId xmlns:a16="http://schemas.microsoft.com/office/drawing/2014/main" id="{3D18D5C4-6CCA-DD07-3865-15BF2021E9B9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2400" b="1" dirty="0">
                  <a:solidFill>
                    <a:schemeClr val="accent1"/>
                  </a:solidFill>
                  <a:cs typeface="Arial" pitchFamily="34" charset="0"/>
                </a:rPr>
                <a:t>W3C</a:t>
              </a:r>
              <a:endParaRPr lang="ko-KR" altLang="en-US" sz="24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grpSp>
        <p:nvGrpSpPr>
          <p:cNvPr id="43" name="Group 21">
            <a:extLst>
              <a:ext uri="{FF2B5EF4-FFF2-40B4-BE49-F238E27FC236}">
                <a16:creationId xmlns:a16="http://schemas.microsoft.com/office/drawing/2014/main" id="{C93F2BE8-05F4-7FB9-67E4-5791CDA3BCCE}"/>
              </a:ext>
            </a:extLst>
          </p:cNvPr>
          <p:cNvGrpSpPr/>
          <p:nvPr/>
        </p:nvGrpSpPr>
        <p:grpSpPr>
          <a:xfrm>
            <a:off x="1696385" y="3941983"/>
            <a:ext cx="2601879" cy="798189"/>
            <a:chOff x="803640" y="3362835"/>
            <a:chExt cx="2067151" cy="798189"/>
          </a:xfrm>
        </p:grpSpPr>
        <p:sp>
          <p:nvSpPr>
            <p:cNvPr id="44" name="TextBox 22">
              <a:extLst>
                <a:ext uri="{FF2B5EF4-FFF2-40B4-BE49-F238E27FC236}">
                  <a16:creationId xmlns:a16="http://schemas.microsoft.com/office/drawing/2014/main" id="{85E5CFA9-0A8F-237C-FC75-4D1A2E344957}"/>
                </a:ext>
              </a:extLst>
            </p:cNvPr>
            <p:cNvSpPr txBox="1"/>
            <p:nvPr/>
          </p:nvSpPr>
          <p:spPr>
            <a:xfrm>
              <a:off x="811134" y="3699359"/>
              <a:ext cx="20596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sz="2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XMLHttpRequest</a:t>
              </a:r>
              <a:endPara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5" name="TextBox 23">
              <a:extLst>
                <a:ext uri="{FF2B5EF4-FFF2-40B4-BE49-F238E27FC236}">
                  <a16:creationId xmlns:a16="http://schemas.microsoft.com/office/drawing/2014/main" id="{3DCC9E65-CA86-BFA7-F214-B242B7ABAD1E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2400" b="1" dirty="0">
                  <a:solidFill>
                    <a:schemeClr val="accent1"/>
                  </a:solidFill>
                  <a:cs typeface="Arial" pitchFamily="34" charset="0"/>
                </a:rPr>
                <a:t>W3C</a:t>
              </a:r>
              <a:endParaRPr lang="ko-KR" altLang="en-US" sz="24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grpSp>
        <p:nvGrpSpPr>
          <p:cNvPr id="46" name="Group 21">
            <a:extLst>
              <a:ext uri="{FF2B5EF4-FFF2-40B4-BE49-F238E27FC236}">
                <a16:creationId xmlns:a16="http://schemas.microsoft.com/office/drawing/2014/main" id="{7ADA9C1D-EB0A-DEE6-8A7F-95F0ECC1A3DE}"/>
              </a:ext>
            </a:extLst>
          </p:cNvPr>
          <p:cNvGrpSpPr/>
          <p:nvPr/>
        </p:nvGrpSpPr>
        <p:grpSpPr>
          <a:xfrm>
            <a:off x="6961485" y="4006217"/>
            <a:ext cx="2601879" cy="798189"/>
            <a:chOff x="803640" y="3362835"/>
            <a:chExt cx="2067151" cy="798189"/>
          </a:xfrm>
        </p:grpSpPr>
        <p:sp>
          <p:nvSpPr>
            <p:cNvPr id="47" name="TextBox 22">
              <a:extLst>
                <a:ext uri="{FF2B5EF4-FFF2-40B4-BE49-F238E27FC236}">
                  <a16:creationId xmlns:a16="http://schemas.microsoft.com/office/drawing/2014/main" id="{28617A60-FC5A-3329-AAA5-F0B93FBB8121}"/>
                </a:ext>
              </a:extLst>
            </p:cNvPr>
            <p:cNvSpPr txBox="1"/>
            <p:nvPr/>
          </p:nvSpPr>
          <p:spPr>
            <a:xfrm>
              <a:off x="811134" y="3699359"/>
              <a:ext cx="20596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Promise</a:t>
              </a:r>
              <a:endPara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8" name="TextBox 23">
              <a:extLst>
                <a:ext uri="{FF2B5EF4-FFF2-40B4-BE49-F238E27FC236}">
                  <a16:creationId xmlns:a16="http://schemas.microsoft.com/office/drawing/2014/main" id="{2DE83855-03FF-3B2C-3E33-9536D8602C76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2400" b="1" dirty="0">
                  <a:solidFill>
                    <a:schemeClr val="accent1"/>
                  </a:solidFill>
                  <a:cs typeface="Arial" pitchFamily="34" charset="0"/>
                </a:rPr>
                <a:t>ECMAScript 2015</a:t>
              </a:r>
              <a:endParaRPr lang="ko-KR" altLang="en-US" sz="24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sp>
        <p:nvSpPr>
          <p:cNvPr id="49" name="TextBox 15">
            <a:extLst>
              <a:ext uri="{FF2B5EF4-FFF2-40B4-BE49-F238E27FC236}">
                <a16:creationId xmlns:a16="http://schemas.microsoft.com/office/drawing/2014/main" id="{0489B3E3-BCDC-4103-2366-B0410694DAA8}"/>
              </a:ext>
            </a:extLst>
          </p:cNvPr>
          <p:cNvSpPr txBox="1"/>
          <p:nvPr/>
        </p:nvSpPr>
        <p:spPr>
          <a:xfrm>
            <a:off x="8003162" y="3044048"/>
            <a:ext cx="817211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2015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0" name="TextBox 15">
            <a:extLst>
              <a:ext uri="{FF2B5EF4-FFF2-40B4-BE49-F238E27FC236}">
                <a16:creationId xmlns:a16="http://schemas.microsoft.com/office/drawing/2014/main" id="{ADDA43DF-DF3D-AF91-5F27-0BF805116668}"/>
              </a:ext>
            </a:extLst>
          </p:cNvPr>
          <p:cNvSpPr txBox="1"/>
          <p:nvPr/>
        </p:nvSpPr>
        <p:spPr>
          <a:xfrm>
            <a:off x="10780881" y="3926425"/>
            <a:ext cx="817211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2017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54" name="Group 21">
            <a:extLst>
              <a:ext uri="{FF2B5EF4-FFF2-40B4-BE49-F238E27FC236}">
                <a16:creationId xmlns:a16="http://schemas.microsoft.com/office/drawing/2014/main" id="{97EF90A9-63A9-C452-BE3B-BEA1B9D34D0B}"/>
              </a:ext>
            </a:extLst>
          </p:cNvPr>
          <p:cNvGrpSpPr/>
          <p:nvPr/>
        </p:nvGrpSpPr>
        <p:grpSpPr>
          <a:xfrm>
            <a:off x="9114865" y="2555609"/>
            <a:ext cx="2601879" cy="798189"/>
            <a:chOff x="803640" y="3362835"/>
            <a:chExt cx="2067151" cy="798189"/>
          </a:xfrm>
        </p:grpSpPr>
        <p:sp>
          <p:nvSpPr>
            <p:cNvPr id="55" name="TextBox 22">
              <a:extLst>
                <a:ext uri="{FF2B5EF4-FFF2-40B4-BE49-F238E27FC236}">
                  <a16:creationId xmlns:a16="http://schemas.microsoft.com/office/drawing/2014/main" id="{7BC69D37-E9B0-D8D7-F17F-A198F2C33BA2}"/>
                </a:ext>
              </a:extLst>
            </p:cNvPr>
            <p:cNvSpPr txBox="1"/>
            <p:nvPr/>
          </p:nvSpPr>
          <p:spPr>
            <a:xfrm>
              <a:off x="811134" y="3699359"/>
              <a:ext cx="20596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async/await</a:t>
              </a:r>
              <a:endPara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6" name="TextBox 23">
              <a:extLst>
                <a:ext uri="{FF2B5EF4-FFF2-40B4-BE49-F238E27FC236}">
                  <a16:creationId xmlns:a16="http://schemas.microsoft.com/office/drawing/2014/main" id="{15C96A87-160C-0CDD-4E33-372384BFD19A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2400" b="1" dirty="0">
                  <a:solidFill>
                    <a:schemeClr val="accent1"/>
                  </a:solidFill>
                  <a:cs typeface="Arial" pitchFamily="34" charset="0"/>
                </a:rPr>
                <a:t>ECMAScript 2017</a:t>
              </a:r>
              <a:endParaRPr lang="ko-KR" altLang="en-US" sz="24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grpSp>
        <p:nvGrpSpPr>
          <p:cNvPr id="57" name="Group 21">
            <a:extLst>
              <a:ext uri="{FF2B5EF4-FFF2-40B4-BE49-F238E27FC236}">
                <a16:creationId xmlns:a16="http://schemas.microsoft.com/office/drawing/2014/main" id="{F94964AE-2170-668F-28D6-32AF932B36B4}"/>
              </a:ext>
            </a:extLst>
          </p:cNvPr>
          <p:cNvGrpSpPr/>
          <p:nvPr/>
        </p:nvGrpSpPr>
        <p:grpSpPr>
          <a:xfrm>
            <a:off x="9105432" y="1776323"/>
            <a:ext cx="2601879" cy="798189"/>
            <a:chOff x="803640" y="3362835"/>
            <a:chExt cx="2067151" cy="798189"/>
          </a:xfrm>
        </p:grpSpPr>
        <p:sp>
          <p:nvSpPr>
            <p:cNvPr id="58" name="TextBox 22">
              <a:extLst>
                <a:ext uri="{FF2B5EF4-FFF2-40B4-BE49-F238E27FC236}">
                  <a16:creationId xmlns:a16="http://schemas.microsoft.com/office/drawing/2014/main" id="{43CED056-DFA4-2A61-9267-067A3E27278D}"/>
                </a:ext>
              </a:extLst>
            </p:cNvPr>
            <p:cNvSpPr txBox="1"/>
            <p:nvPr/>
          </p:nvSpPr>
          <p:spPr>
            <a:xfrm>
              <a:off x="811134" y="3699359"/>
              <a:ext cx="20596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Fetch</a:t>
              </a:r>
              <a:endPara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9" name="TextBox 23">
              <a:extLst>
                <a:ext uri="{FF2B5EF4-FFF2-40B4-BE49-F238E27FC236}">
                  <a16:creationId xmlns:a16="http://schemas.microsoft.com/office/drawing/2014/main" id="{36255202-422D-67D2-E3B7-2D6E9A5B5278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2400" b="1" dirty="0" err="1">
                  <a:solidFill>
                    <a:schemeClr val="accent1"/>
                  </a:solidFill>
                  <a:cs typeface="Arial" pitchFamily="34" charset="0"/>
                </a:rPr>
                <a:t>whatwg</a:t>
              </a:r>
              <a:endParaRPr lang="ko-KR" altLang="en-US" sz="24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6353999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4D76C675-B89D-CAF8-A56E-1B7B01EED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Fetch API</a:t>
            </a:r>
            <a:endParaRPr lang="zh-TW" altLang="en-US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AFFD3ACE-E83C-03ED-BFF4-5FD63C2324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9" y="1514168"/>
            <a:ext cx="5595258" cy="4465391"/>
          </a:xfrm>
        </p:spPr>
        <p:txBody>
          <a:bodyPr/>
          <a:lstStyle/>
          <a:p>
            <a:r>
              <a:rPr lang="en-US" altLang="zh-TW" dirty="0" err="1"/>
              <a:t>XMLHttpRequest</a:t>
            </a:r>
            <a:r>
              <a:rPr lang="zh-TW" altLang="en-US" dirty="0"/>
              <a:t>物件的替代方案</a:t>
            </a:r>
          </a:p>
          <a:p>
            <a:r>
              <a:rPr lang="zh-TW" altLang="en-US" dirty="0"/>
              <a:t>基於 </a:t>
            </a:r>
            <a:r>
              <a:rPr lang="en-US" altLang="zh-TW" dirty="0"/>
              <a:t>Promise </a:t>
            </a:r>
            <a:r>
              <a:rPr lang="zh-TW" altLang="en-US" dirty="0"/>
              <a:t>的語法結構</a:t>
            </a:r>
          </a:p>
          <a:p>
            <a:r>
              <a:rPr lang="zh-TW" altLang="en-US" dirty="0"/>
              <a:t>透過全域的</a:t>
            </a:r>
            <a:r>
              <a:rPr lang="en-US" altLang="zh-TW" dirty="0"/>
              <a:t>fetch()</a:t>
            </a:r>
            <a:r>
              <a:rPr lang="zh-TW" altLang="en-US" dirty="0"/>
              <a:t>方法，開始發送要求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F400726-D493-3014-9A79-37EC368D9B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57</a:t>
            </a:fld>
            <a:endParaRPr lang="zh-TW" altLang="en-US"/>
          </a:p>
        </p:txBody>
      </p:sp>
      <p:graphicFrame>
        <p:nvGraphicFramePr>
          <p:cNvPr id="7" name="資料庫圖表 6">
            <a:extLst>
              <a:ext uri="{FF2B5EF4-FFF2-40B4-BE49-F238E27FC236}">
                <a16:creationId xmlns:a16="http://schemas.microsoft.com/office/drawing/2014/main" id="{260FA064-71B0-D0CF-8CF6-27E163118B27}"/>
              </a:ext>
            </a:extLst>
          </p:cNvPr>
          <p:cNvGraphicFramePr/>
          <p:nvPr/>
        </p:nvGraphicFramePr>
        <p:xfrm>
          <a:off x="6618515" y="707571"/>
          <a:ext cx="4978631" cy="35111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Rectangle 4">
            <a:extLst>
              <a:ext uri="{FF2B5EF4-FFF2-40B4-BE49-F238E27FC236}">
                <a16:creationId xmlns:a16="http://schemas.microsoft.com/office/drawing/2014/main" id="{29F74A96-71BF-AF52-D521-B147EDD39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799875"/>
            <a:ext cx="10515599" cy="76411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Promise&lt;Response&gt; fetch(</a:t>
            </a:r>
            <a:r>
              <a:rPr lang="en-US" altLang="zh-TW" sz="2400" dirty="0" err="1">
                <a:latin typeface="Arial" panose="020B0604020202020204" pitchFamily="34" charset="0"/>
              </a:rPr>
              <a:t>RequestInfo</a:t>
            </a:r>
            <a:r>
              <a:rPr lang="en-US" altLang="zh-TW" sz="2400" dirty="0">
                <a:latin typeface="Arial" panose="020B0604020202020204" pitchFamily="34" charset="0"/>
              </a:rPr>
              <a:t> input, optional </a:t>
            </a:r>
            <a:r>
              <a:rPr lang="en-US" altLang="zh-TW" sz="2400" dirty="0" err="1">
                <a:latin typeface="Arial" panose="020B0604020202020204" pitchFamily="34" charset="0"/>
              </a:rPr>
              <a:t>RequestInit</a:t>
            </a:r>
            <a:r>
              <a:rPr lang="en-US" altLang="zh-TW" sz="2400" dirty="0">
                <a:latin typeface="Arial" panose="020B0604020202020204" pitchFamily="34" charset="0"/>
              </a:rPr>
              <a:t> </a:t>
            </a:r>
            <a:r>
              <a:rPr lang="en-US" altLang="zh-TW" sz="2400" dirty="0" err="1">
                <a:latin typeface="Arial" panose="020B0604020202020204" pitchFamily="34" charset="0"/>
              </a:rPr>
              <a:t>init</a:t>
            </a:r>
            <a:r>
              <a:rPr lang="en-US" altLang="zh-TW" sz="2400" dirty="0">
                <a:latin typeface="Arial" panose="020B0604020202020204" pitchFamily="34" charset="0"/>
              </a:rPr>
              <a:t> = {});</a:t>
            </a:r>
          </a:p>
        </p:txBody>
      </p:sp>
    </p:spTree>
    <p:extLst>
      <p:ext uri="{BB962C8B-B14F-4D97-AF65-F5344CB8AC3E}">
        <p14:creationId xmlns:p14="http://schemas.microsoft.com/office/powerpoint/2010/main" val="193608424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fetch(</a:t>
            </a:r>
            <a:r>
              <a:rPr lang="en-US" altLang="zh-TW" dirty="0" err="1"/>
              <a:t>url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4"/>
          </p:nvPr>
        </p:nvSpPr>
        <p:spPr>
          <a:xfrm>
            <a:off x="838199" y="1514168"/>
            <a:ext cx="6987140" cy="4465391"/>
          </a:xfrm>
        </p:spPr>
        <p:txBody>
          <a:bodyPr/>
          <a:lstStyle/>
          <a:p>
            <a:r>
              <a:rPr lang="zh-TW" altLang="en-US" dirty="0"/>
              <a:t>使用 </a:t>
            </a:r>
            <a:r>
              <a:rPr lang="en-US" altLang="zh-TW" dirty="0"/>
              <a:t>fetch() </a:t>
            </a:r>
            <a:r>
              <a:rPr lang="zh-TW" altLang="en-US" dirty="0"/>
              <a:t>得到的一個 </a:t>
            </a:r>
            <a:r>
              <a:rPr lang="en-US" altLang="zh-TW" dirty="0"/>
              <a:t>Response</a:t>
            </a:r>
            <a:r>
              <a:rPr lang="zh-TW" altLang="en-US" dirty="0"/>
              <a:t>物件，包裝在 </a:t>
            </a:r>
            <a:r>
              <a:rPr lang="en-US" altLang="zh-TW" dirty="0"/>
              <a:t>Promise</a:t>
            </a:r>
            <a:r>
              <a:rPr lang="zh-TW" altLang="en-US" dirty="0"/>
              <a:t> 結構中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從 </a:t>
            </a:r>
            <a:r>
              <a:rPr lang="en-US" altLang="zh-TW" dirty="0"/>
              <a:t>Promise </a:t>
            </a:r>
            <a:r>
              <a:rPr lang="zh-TW" altLang="en-US" dirty="0"/>
              <a:t>取出 </a:t>
            </a:r>
            <a:r>
              <a:rPr lang="en-US" altLang="zh-TW" dirty="0"/>
              <a:t>Response</a:t>
            </a:r>
            <a:r>
              <a:rPr lang="zh-TW" altLang="en-US" dirty="0"/>
              <a:t>物件，要透過 </a:t>
            </a:r>
            <a:r>
              <a:rPr lang="en-US" altLang="zh-TW" dirty="0"/>
              <a:t>then()</a:t>
            </a:r>
            <a:r>
              <a:rPr lang="zh-TW" altLang="en-US" dirty="0"/>
              <a:t> 方法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58</a:t>
            </a:fld>
            <a:endParaRPr lang="zh-TW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38199" y="2571712"/>
            <a:ext cx="6631003" cy="67181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TW" sz="2400" dirty="0"/>
              <a:t>const </a:t>
            </a:r>
            <a:r>
              <a:rPr lang="en-US" altLang="zh-TW" sz="2400" dirty="0" err="1"/>
              <a:t>apiUrl</a:t>
            </a:r>
            <a:r>
              <a:rPr lang="en-US" altLang="zh-TW" sz="2400" dirty="0"/>
              <a:t> = 'http://127.0.0.1:5000/</a:t>
            </a:r>
            <a:r>
              <a:rPr lang="en-US" altLang="zh-TW" sz="2400" dirty="0" err="1"/>
              <a:t>api</a:t>
            </a:r>
            <a:r>
              <a:rPr lang="en-US" altLang="zh-TW" sz="2400" dirty="0"/>
              <a:t>'</a:t>
            </a:r>
            <a:endParaRPr lang="en-US" altLang="zh-TW" sz="2400" dirty="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console.log(fetch(</a:t>
            </a:r>
            <a:r>
              <a:rPr lang="en-US" altLang="zh-TW" sz="2400" dirty="0" err="1"/>
              <a:t>apiUrl</a:t>
            </a:r>
            <a:r>
              <a:rPr lang="en-US" altLang="zh-TW" sz="2400" dirty="0">
                <a:latin typeface="Arial" panose="020B0604020202020204" pitchFamily="34" charset="0"/>
              </a:rPr>
              <a:t>));</a:t>
            </a:r>
            <a:endParaRPr lang="zh-TW" altLang="en-US" sz="2400" dirty="0">
              <a:latin typeface="Arial" panose="020B0604020202020204" pitchFamily="34" charset="0"/>
            </a:endParaRPr>
          </a:p>
        </p:txBody>
      </p:sp>
      <p:sp>
        <p:nvSpPr>
          <p:cNvPr id="6" name="矩形 1"/>
          <p:cNvSpPr>
            <a:spLocks noChangeArrowheads="1"/>
          </p:cNvSpPr>
          <p:nvPr/>
        </p:nvSpPr>
        <p:spPr bwMode="auto">
          <a:xfrm>
            <a:off x="792396" y="6499937"/>
            <a:ext cx="66602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TW" sz="1800" dirty="0">
                <a:latin typeface="Arial" panose="020B0604020202020204" pitchFamily="34" charset="0"/>
              </a:rPr>
              <a:t>API</a:t>
            </a:r>
            <a:r>
              <a:rPr lang="zh-TW" altLang="en-US" sz="1800" dirty="0">
                <a:latin typeface="Arial" panose="020B0604020202020204" pitchFamily="34" charset="0"/>
              </a:rPr>
              <a:t> 參考：</a:t>
            </a:r>
            <a:r>
              <a:rPr lang="en-US" altLang="zh-TW" sz="1800" dirty="0">
                <a:latin typeface="Arial" panose="020B0604020202020204" pitchFamily="34" charset="0"/>
              </a:rPr>
              <a:t>https://fetch.spec.whatwg.org/</a:t>
            </a:r>
            <a:endParaRPr lang="zh-TW" altLang="en-US" sz="1800" dirty="0"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C30D90A-1CBD-D7B0-607D-3727D5156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077" y="4569501"/>
            <a:ext cx="6631003" cy="187771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fetch(</a:t>
            </a:r>
            <a:r>
              <a:rPr lang="en-US" altLang="zh-TW" sz="2400" dirty="0" err="1"/>
              <a:t>apiUrl</a:t>
            </a:r>
            <a:r>
              <a:rPr lang="en-US" altLang="zh-TW" sz="2400" dirty="0">
                <a:latin typeface="Arial" panose="020B0604020202020204" pitchFamily="34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.then(response =&gt;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  console.log(response);</a:t>
            </a:r>
            <a:endParaRPr lang="zh-TW" altLang="en-US" sz="24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    </a:t>
            </a:r>
            <a:r>
              <a:rPr lang="en-US" altLang="zh-TW" sz="2400" dirty="0">
                <a:latin typeface="Arial" panose="020B0604020202020204" pitchFamily="34" charset="0"/>
              </a:rPr>
              <a:t>})</a:t>
            </a:r>
            <a:endParaRPr lang="zh-TW" altLang="en-US" sz="2400" dirty="0">
              <a:latin typeface="Arial" panose="020B0604020202020204" pitchFamily="34" charset="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3ED49ABE-EA0B-7BC2-CFE7-EC6F7EC1F7B4}"/>
              </a:ext>
            </a:extLst>
          </p:cNvPr>
          <p:cNvSpPr/>
          <p:nvPr/>
        </p:nvSpPr>
        <p:spPr>
          <a:xfrm>
            <a:off x="8120351" y="5866795"/>
            <a:ext cx="1559292" cy="288758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6E56BAB3-AA3D-E516-26A7-17E71E9CD50A}"/>
              </a:ext>
            </a:extLst>
          </p:cNvPr>
          <p:cNvGrpSpPr/>
          <p:nvPr/>
        </p:nvGrpSpPr>
        <p:grpSpPr>
          <a:xfrm>
            <a:off x="7675963" y="1918358"/>
            <a:ext cx="4312075" cy="1338881"/>
            <a:chOff x="7675963" y="2405345"/>
            <a:chExt cx="4312075" cy="1338881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333BE6D5-DB6E-F6A0-7413-F3659FADB47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24389" b="73713"/>
            <a:stretch/>
          </p:blipFill>
          <p:spPr>
            <a:xfrm>
              <a:off x="7675963" y="2405345"/>
              <a:ext cx="4312075" cy="1338881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F8ADC771-17BB-500A-CE4F-B8D2B3022F81}"/>
                </a:ext>
              </a:extLst>
            </p:cNvPr>
            <p:cNvSpPr/>
            <p:nvPr/>
          </p:nvSpPr>
          <p:spPr>
            <a:xfrm>
              <a:off x="10520413" y="3412120"/>
              <a:ext cx="1251284" cy="318390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17" name="接點: 肘形 16">
            <a:extLst>
              <a:ext uri="{FF2B5EF4-FFF2-40B4-BE49-F238E27FC236}">
                <a16:creationId xmlns:a16="http://schemas.microsoft.com/office/drawing/2014/main" id="{5083A9FC-8FF7-0E55-6A22-AEE18C40486B}"/>
              </a:ext>
            </a:extLst>
          </p:cNvPr>
          <p:cNvCxnSpPr>
            <a:cxnSpLocks/>
          </p:cNvCxnSpPr>
          <p:nvPr/>
        </p:nvCxnSpPr>
        <p:spPr>
          <a:xfrm flipV="1">
            <a:off x="7546206" y="3290107"/>
            <a:ext cx="3638228" cy="632349"/>
          </a:xfrm>
          <a:prstGeom prst="bentConnector3">
            <a:avLst>
              <a:gd name="adj1" fmla="val 100002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圖片 21">
            <a:extLst>
              <a:ext uri="{FF2B5EF4-FFF2-40B4-BE49-F238E27FC236}">
                <a16:creationId xmlns:a16="http://schemas.microsoft.com/office/drawing/2014/main" id="{3D695C11-9788-5503-6AB2-A23D83E7274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623" r="36052" b="8240"/>
          <a:stretch/>
        </p:blipFill>
        <p:spPr>
          <a:xfrm>
            <a:off x="7687857" y="4024063"/>
            <a:ext cx="4288285" cy="279920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64B189FB-BEAB-1EA3-314D-FDA844D933DC}"/>
              </a:ext>
            </a:extLst>
          </p:cNvPr>
          <p:cNvCxnSpPr>
            <a:cxnSpLocks/>
          </p:cNvCxnSpPr>
          <p:nvPr/>
        </p:nvCxnSpPr>
        <p:spPr>
          <a:xfrm>
            <a:off x="4774610" y="5731673"/>
            <a:ext cx="290135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A1881D38-D3A1-AB97-7367-795019CA508C}"/>
              </a:ext>
            </a:extLst>
          </p:cNvPr>
          <p:cNvSpPr txBox="1"/>
          <p:nvPr/>
        </p:nvSpPr>
        <p:spPr>
          <a:xfrm>
            <a:off x="5120789" y="5362341"/>
            <a:ext cx="2341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取出的 </a:t>
            </a:r>
            <a:r>
              <a:rPr lang="en-US" altLang="zh-TW" dirty="0"/>
              <a:t>Response</a:t>
            </a:r>
            <a:r>
              <a:rPr lang="zh-TW" altLang="en-US" dirty="0"/>
              <a:t> 物件</a:t>
            </a:r>
          </a:p>
        </p:txBody>
      </p:sp>
    </p:spTree>
    <p:extLst>
      <p:ext uri="{BB962C8B-B14F-4D97-AF65-F5344CB8AC3E}">
        <p14:creationId xmlns:p14="http://schemas.microsoft.com/office/powerpoint/2010/main" val="311728037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Response </a:t>
            </a:r>
            <a:r>
              <a:rPr lang="zh-TW" altLang="en-US" dirty="0"/>
              <a:t>物件相關屬性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59</a:t>
            </a:fld>
            <a:endParaRPr lang="zh-TW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38199" y="1277231"/>
            <a:ext cx="10515599" cy="539869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fetch(</a:t>
            </a:r>
            <a:r>
              <a:rPr lang="en-US" altLang="zh-TW" sz="2400" dirty="0" err="1"/>
              <a:t>apiUrl</a:t>
            </a:r>
            <a:r>
              <a:rPr lang="en-US" altLang="zh-TW" sz="2400" dirty="0">
                <a:latin typeface="Arial" panose="020B0604020202020204" pitchFamily="34" charset="0"/>
              </a:rPr>
              <a:t>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.then(response =&gt; 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      console.log(response);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b="1" dirty="0">
                <a:solidFill>
                  <a:srgbClr val="FF0000"/>
                </a:solidFill>
                <a:latin typeface="Arial" panose="020B0604020202020204" pitchFamily="34" charset="0"/>
              </a:rPr>
              <a:t>            console.log(</a:t>
            </a:r>
            <a:r>
              <a:rPr lang="en-US" altLang="zh-TW" sz="2400" b="1" dirty="0" err="1">
                <a:solidFill>
                  <a:srgbClr val="FF0000"/>
                </a:solidFill>
                <a:latin typeface="Arial" panose="020B0604020202020204" pitchFamily="34" charset="0"/>
              </a:rPr>
              <a:t>response.headers.get</a:t>
            </a:r>
            <a:r>
              <a:rPr lang="en-US" altLang="zh-TW" sz="2400" b="1" dirty="0">
                <a:solidFill>
                  <a:srgbClr val="FF0000"/>
                </a:solidFill>
                <a:latin typeface="Arial" panose="020B0604020202020204" pitchFamily="34" charset="0"/>
              </a:rPr>
              <a:t>('Content-Type'));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      console.log(</a:t>
            </a:r>
            <a:r>
              <a:rPr lang="en-US" altLang="zh-TW" sz="2400" dirty="0" err="1">
                <a:latin typeface="Arial" panose="020B0604020202020204" pitchFamily="34" charset="0"/>
              </a:rPr>
              <a:t>response.headers.get</a:t>
            </a:r>
            <a:r>
              <a:rPr lang="en-US" altLang="zh-TW" sz="2400" dirty="0">
                <a:latin typeface="Arial" panose="020B0604020202020204" pitchFamily="34" charset="0"/>
              </a:rPr>
              <a:t>('Content-Encoding'));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      console.log(</a:t>
            </a:r>
            <a:r>
              <a:rPr lang="en-US" altLang="zh-TW" sz="2400" dirty="0" err="1">
                <a:latin typeface="Arial" panose="020B0604020202020204" pitchFamily="34" charset="0"/>
              </a:rPr>
              <a:t>response.headers.get</a:t>
            </a:r>
            <a:r>
              <a:rPr lang="en-US" altLang="zh-TW" sz="2400" dirty="0">
                <a:latin typeface="Arial" panose="020B0604020202020204" pitchFamily="34" charset="0"/>
              </a:rPr>
              <a:t>('Date'));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      console.log(</a:t>
            </a:r>
            <a:r>
              <a:rPr lang="en-US" altLang="zh-TW" sz="2400" dirty="0" err="1">
                <a:latin typeface="Arial" panose="020B0604020202020204" pitchFamily="34" charset="0"/>
              </a:rPr>
              <a:t>response.status</a:t>
            </a:r>
            <a:r>
              <a:rPr lang="en-US" altLang="zh-TW" sz="2400" dirty="0">
                <a:latin typeface="Arial" panose="020B0604020202020204" pitchFamily="34" charset="0"/>
              </a:rPr>
              <a:t>);</a:t>
            </a:r>
          </a:p>
          <a:p>
            <a:pPr>
              <a:buFont typeface="Arial" panose="020B0604020202020204" pitchFamily="34" charset="0"/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            </a:t>
            </a:r>
            <a:r>
              <a:rPr lang="en-US" altLang="zh-TW" sz="2400" dirty="0">
                <a:latin typeface="Arial" panose="020B0604020202020204" pitchFamily="34" charset="0"/>
              </a:rPr>
              <a:t>console.log(response.url);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b="1" dirty="0">
                <a:solidFill>
                  <a:srgbClr val="FF0000"/>
                </a:solidFill>
                <a:latin typeface="Arial" panose="020B0604020202020204" pitchFamily="34" charset="0"/>
              </a:rPr>
              <a:t>            console.log(</a:t>
            </a:r>
            <a:r>
              <a:rPr lang="en-US" altLang="zh-TW" sz="2400" b="1" dirty="0" err="1">
                <a:solidFill>
                  <a:srgbClr val="FF0000"/>
                </a:solidFill>
                <a:latin typeface="Arial" panose="020B0604020202020204" pitchFamily="34" charset="0"/>
              </a:rPr>
              <a:t>response.ok</a:t>
            </a:r>
            <a:r>
              <a:rPr lang="en-US" altLang="zh-TW" sz="2400" b="1" dirty="0">
                <a:solidFill>
                  <a:srgbClr val="FF0000"/>
                </a:solidFill>
                <a:latin typeface="Arial" panose="020B0604020202020204" pitchFamily="34" charset="0"/>
              </a:rPr>
              <a:t>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      console.log(</a:t>
            </a:r>
            <a:r>
              <a:rPr lang="en-US" altLang="zh-TW" sz="2400" dirty="0" err="1">
                <a:latin typeface="Arial" panose="020B0604020202020204" pitchFamily="34" charset="0"/>
              </a:rPr>
              <a:t>response.body</a:t>
            </a:r>
            <a:r>
              <a:rPr lang="en-US" altLang="zh-TW" sz="2400" dirty="0">
                <a:latin typeface="Arial" panose="020B0604020202020204" pitchFamily="34" charset="0"/>
              </a:rPr>
              <a:t>);     </a:t>
            </a:r>
            <a:r>
              <a:rPr lang="en-US" altLang="zh-TW" sz="2400" b="1" dirty="0">
                <a:solidFill>
                  <a:srgbClr val="FF0000"/>
                </a:solidFill>
                <a:latin typeface="Arial" panose="020B0604020202020204" pitchFamily="34" charset="0"/>
              </a:rPr>
              <a:t>//</a:t>
            </a:r>
            <a:r>
              <a:rPr lang="zh-TW" altLang="en-U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伺服器端回應的內容在這裡</a:t>
            </a:r>
            <a:endParaRPr lang="en-US" altLang="zh-TW" sz="24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      </a:t>
            </a:r>
            <a:r>
              <a:rPr lang="en-US" altLang="zh-TW" sz="2400" b="1" dirty="0">
                <a:solidFill>
                  <a:srgbClr val="FF0000"/>
                </a:solidFill>
                <a:latin typeface="Arial" panose="020B0604020202020204" pitchFamily="34" charset="0"/>
              </a:rPr>
              <a:t>console.log(</a:t>
            </a:r>
            <a:r>
              <a:rPr lang="en-US" altLang="zh-TW" sz="2400" b="1" dirty="0" err="1">
                <a:solidFill>
                  <a:srgbClr val="FF0000"/>
                </a:solidFill>
                <a:latin typeface="Arial" panose="020B0604020202020204" pitchFamily="34" charset="0"/>
              </a:rPr>
              <a:t>response.json</a:t>
            </a:r>
            <a:r>
              <a:rPr lang="en-US" altLang="zh-TW" sz="2400" b="1" dirty="0">
                <a:solidFill>
                  <a:srgbClr val="FF0000"/>
                </a:solidFill>
                <a:latin typeface="Arial" panose="020B0604020202020204" pitchFamily="34" charset="0"/>
              </a:rPr>
              <a:t>())  //promise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})</a:t>
            </a:r>
            <a:endParaRPr lang="zh-TW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1255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51614F-18E0-2065-CCA6-9C2F8EBC7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從 </a:t>
            </a:r>
            <a:r>
              <a:rPr lang="en-US" altLang="zh-TW" dirty="0"/>
              <a:t>promise </a:t>
            </a:r>
            <a:r>
              <a:rPr lang="zh-TW" altLang="en-US" dirty="0"/>
              <a:t>到 </a:t>
            </a:r>
            <a:r>
              <a:rPr lang="en-US" altLang="zh-TW" dirty="0"/>
              <a:t>async/await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EB7DCA1-03BA-3372-D9B5-17BDCF65A0F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902849F-216A-C119-717E-A4806E3A7A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60</a:t>
            </a:fld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EC9326-B200-D01E-E372-BE5AC40DE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4377690"/>
            <a:ext cx="10515599" cy="229823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const </a:t>
            </a:r>
            <a:r>
              <a:rPr lang="en-US" altLang="zh-TW" sz="2400" dirty="0" err="1">
                <a:latin typeface="Arial" panose="020B0604020202020204" pitchFamily="34" charset="0"/>
              </a:rPr>
              <a:t>callapi</a:t>
            </a:r>
            <a:r>
              <a:rPr lang="en-US" altLang="zh-TW" sz="2400" dirty="0">
                <a:latin typeface="Arial" panose="020B0604020202020204" pitchFamily="34" charset="0"/>
              </a:rPr>
              <a:t> = </a:t>
            </a:r>
            <a:r>
              <a:rPr lang="en-US" altLang="zh-TW" sz="2400" b="1" dirty="0">
                <a:solidFill>
                  <a:srgbClr val="FF0000"/>
                </a:solidFill>
                <a:latin typeface="Arial" panose="020B0604020202020204" pitchFamily="34" charset="0"/>
              </a:rPr>
              <a:t>async</a:t>
            </a:r>
            <a:r>
              <a:rPr lang="en-US" altLang="zh-TW" sz="2400" dirty="0">
                <a:latin typeface="Arial" panose="020B0604020202020204" pitchFamily="34" charset="0"/>
              </a:rPr>
              <a:t> () =&gt; 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const response = </a:t>
            </a:r>
            <a:r>
              <a:rPr lang="en-US" altLang="zh-TW" sz="2400" b="1" dirty="0">
                <a:solidFill>
                  <a:srgbClr val="FF0000"/>
                </a:solidFill>
                <a:latin typeface="Arial" panose="020B0604020202020204" pitchFamily="34" charset="0"/>
              </a:rPr>
              <a:t>await</a:t>
            </a:r>
            <a:r>
              <a:rPr lang="en-US" altLang="zh-TW" sz="2400" dirty="0">
                <a:latin typeface="Arial" panose="020B0604020202020204" pitchFamily="34" charset="0"/>
              </a:rPr>
              <a:t> fetch</a:t>
            </a:r>
            <a:r>
              <a:rPr lang="en-US" altLang="zh-TW" sz="2400" dirty="0"/>
              <a:t>(</a:t>
            </a:r>
            <a:r>
              <a:rPr lang="en-US" altLang="zh-TW" sz="2400" dirty="0" err="1"/>
              <a:t>apiUrl</a:t>
            </a:r>
            <a:r>
              <a:rPr lang="en-US" altLang="zh-TW" sz="2400" dirty="0"/>
              <a:t>)</a:t>
            </a:r>
            <a:endParaRPr lang="en-US" altLang="zh-TW" sz="24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const data = </a:t>
            </a:r>
            <a:r>
              <a:rPr lang="en-US" altLang="zh-TW" sz="2400" b="1" dirty="0">
                <a:solidFill>
                  <a:srgbClr val="FF0000"/>
                </a:solidFill>
                <a:latin typeface="Arial" panose="020B0604020202020204" pitchFamily="34" charset="0"/>
              </a:rPr>
              <a:t>await</a:t>
            </a:r>
            <a:r>
              <a:rPr lang="en-US" altLang="zh-TW" sz="2400" dirty="0">
                <a:latin typeface="Arial" panose="020B0604020202020204" pitchFamily="34" charset="0"/>
              </a:rPr>
              <a:t> </a:t>
            </a:r>
            <a:r>
              <a:rPr lang="en-US" altLang="zh-TW" sz="2400" dirty="0" err="1">
                <a:latin typeface="Arial" panose="020B0604020202020204" pitchFamily="34" charset="0"/>
              </a:rPr>
              <a:t>response.json</a:t>
            </a:r>
            <a:r>
              <a:rPr lang="en-US" altLang="zh-TW" sz="2400" dirty="0">
                <a:latin typeface="Arial" panose="020B0604020202020204" pitchFamily="34" charset="0"/>
              </a:rPr>
              <a:t>();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</a:t>
            </a:r>
            <a:r>
              <a:rPr lang="en-US" altLang="zh-TW" sz="2400" dirty="0" err="1">
                <a:latin typeface="Arial" panose="020B0604020202020204" pitchFamily="34" charset="0"/>
              </a:rPr>
              <a:t>divInfo.innerHTML</a:t>
            </a:r>
            <a:r>
              <a:rPr lang="en-US" altLang="zh-TW" sz="2400" dirty="0">
                <a:latin typeface="Arial" panose="020B0604020202020204" pitchFamily="34" charset="0"/>
              </a:rPr>
              <a:t> = `&lt;h2&gt;${</a:t>
            </a:r>
            <a:r>
              <a:rPr lang="en-US" altLang="zh-TW" sz="2400" dirty="0" err="1">
                <a:latin typeface="Arial" panose="020B0604020202020204" pitchFamily="34" charset="0"/>
              </a:rPr>
              <a:t>data.message</a:t>
            </a:r>
            <a:r>
              <a:rPr lang="en-US" altLang="zh-TW" sz="2400" dirty="0">
                <a:latin typeface="Arial" panose="020B0604020202020204" pitchFamily="34" charset="0"/>
              </a:rPr>
              <a:t>}&lt;/h2&gt;`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})</a:t>
            </a:r>
            <a:endParaRPr lang="zh-TW" altLang="en-US" sz="2400" dirty="0">
              <a:latin typeface="Arial" panose="020B060402020202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A22D4A9-E5AC-A38A-3C5F-32DAF0FE5A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1216988"/>
            <a:ext cx="10515599" cy="30578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None/>
            </a:pPr>
            <a:r>
              <a:rPr lang="pt-BR" altLang="zh-TW" sz="2400" dirty="0">
                <a:latin typeface="Arial" panose="020B0604020202020204" pitchFamily="34" charset="0"/>
              </a:rPr>
              <a:t>const divInfo = document.querySelector('#divInfo');</a:t>
            </a:r>
          </a:p>
          <a:p>
            <a:pPr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const </a:t>
            </a:r>
            <a:r>
              <a:rPr lang="en-US" altLang="zh-TW" sz="2400" dirty="0" err="1">
                <a:latin typeface="Arial" panose="020B0604020202020204" pitchFamily="34" charset="0"/>
              </a:rPr>
              <a:t>callapi</a:t>
            </a:r>
            <a:r>
              <a:rPr lang="en-US" altLang="zh-TW" sz="2400" dirty="0">
                <a:latin typeface="Arial" panose="020B0604020202020204" pitchFamily="34" charset="0"/>
              </a:rPr>
              <a:t> = () =&gt; {</a:t>
            </a:r>
          </a:p>
          <a:p>
            <a:pPr>
              <a:buFont typeface="Arial" panose="020B0604020202020204" pitchFamily="34" charset="0"/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    </a:t>
            </a:r>
            <a:r>
              <a:rPr lang="pt-BR" altLang="zh-TW" sz="2400" dirty="0">
                <a:latin typeface="Arial" panose="020B0604020202020204" pitchFamily="34" charset="0"/>
              </a:rPr>
              <a:t>fetch('/api/hello')</a:t>
            </a:r>
          </a:p>
          <a:p>
            <a:pPr>
              <a:buFont typeface="Arial" panose="020B0604020202020204" pitchFamily="34" charset="0"/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        </a:t>
            </a:r>
            <a:r>
              <a:rPr lang="pt-BR" altLang="zh-TW" sz="2400" dirty="0">
                <a:latin typeface="Arial" panose="020B0604020202020204" pitchFamily="34" charset="0"/>
              </a:rPr>
              <a:t>.then(response =&gt; response.json())</a:t>
            </a:r>
          </a:p>
          <a:p>
            <a:pPr>
              <a:buFont typeface="Arial" panose="020B0604020202020204" pitchFamily="34" charset="0"/>
              <a:buNone/>
            </a:pPr>
            <a:r>
              <a:rPr lang="pt-BR" altLang="zh-TW" sz="2400" dirty="0">
                <a:latin typeface="Arial" panose="020B0604020202020204" pitchFamily="34" charset="0"/>
              </a:rPr>
              <a:t>    </a:t>
            </a:r>
            <a:r>
              <a:rPr lang="zh-TW" altLang="en-US" sz="2400" dirty="0">
                <a:latin typeface="Arial" panose="020B0604020202020204" pitchFamily="34" charset="0"/>
              </a:rPr>
              <a:t>    </a:t>
            </a:r>
            <a:r>
              <a:rPr lang="pt-BR" altLang="zh-TW" sz="2400" dirty="0">
                <a:latin typeface="Arial" panose="020B0604020202020204" pitchFamily="34" charset="0"/>
              </a:rPr>
              <a:t>.then(data =&gt; divInfo.textContent = data.message)</a:t>
            </a:r>
          </a:p>
          <a:p>
            <a:pPr>
              <a:buFont typeface="Arial" panose="020B0604020202020204" pitchFamily="34" charset="0"/>
              <a:buNone/>
            </a:pPr>
            <a:r>
              <a:rPr lang="pt-BR" altLang="zh-TW" sz="2400" dirty="0">
                <a:latin typeface="Arial" panose="020B0604020202020204" pitchFamily="34" charset="0"/>
              </a:rPr>
              <a:t>    </a:t>
            </a:r>
            <a:r>
              <a:rPr lang="zh-TW" altLang="en-US" sz="2400" dirty="0">
                <a:latin typeface="Arial" panose="020B0604020202020204" pitchFamily="34" charset="0"/>
              </a:rPr>
              <a:t>    </a:t>
            </a:r>
            <a:r>
              <a:rPr lang="pt-BR" altLang="zh-TW" sz="2400" dirty="0">
                <a:latin typeface="Arial" panose="020B0604020202020204" pitchFamily="34" charset="0"/>
              </a:rPr>
              <a:t>.catch(error =&gt; console.error('Error:', error));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}</a:t>
            </a:r>
            <a:endParaRPr lang="zh-TW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348276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EDBFDE-2BC9-082E-44B3-77EEA1EFF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api</a:t>
            </a:r>
            <a:r>
              <a:rPr lang="en-US" altLang="zh-TW" dirty="0"/>
              <a:t> </a:t>
            </a:r>
            <a:r>
              <a:rPr lang="zh-TW" altLang="en-US" dirty="0"/>
              <a:t>呼叫失敗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C8AE8BD-E9C9-8FE6-F8E0-9ACFF046FF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TW" altLang="en-US" dirty="0"/>
              <a:t>先透過 </a:t>
            </a:r>
            <a:r>
              <a:rPr lang="en-US" altLang="zh-TW" dirty="0"/>
              <a:t>Response</a:t>
            </a:r>
            <a:r>
              <a:rPr lang="zh-TW" altLang="en-US" dirty="0"/>
              <a:t> 物件中的 </a:t>
            </a:r>
            <a:r>
              <a:rPr lang="en-US" altLang="zh-TW" dirty="0"/>
              <a:t>ok </a:t>
            </a:r>
            <a:r>
              <a:rPr lang="zh-TW" altLang="en-US" dirty="0"/>
              <a:t>屬性，辨別 </a:t>
            </a:r>
            <a:r>
              <a:rPr lang="en-US" altLang="zh-TW" dirty="0" err="1"/>
              <a:t>api</a:t>
            </a:r>
            <a:r>
              <a:rPr lang="en-US" altLang="zh-TW" dirty="0"/>
              <a:t> </a:t>
            </a:r>
            <a:r>
              <a:rPr lang="zh-TW" altLang="en-US" dirty="0"/>
              <a:t>呼叫成功</a:t>
            </a:r>
            <a:r>
              <a:rPr lang="en-US" altLang="zh-TW" dirty="0"/>
              <a:t>(true)</a:t>
            </a:r>
            <a:r>
              <a:rPr lang="zh-TW" altLang="en-US" dirty="0"/>
              <a:t>或失敗</a:t>
            </a:r>
            <a:r>
              <a:rPr lang="en-US" altLang="zh-TW" dirty="0"/>
              <a:t>(false)</a:t>
            </a:r>
          </a:p>
          <a:p>
            <a:r>
              <a:rPr lang="zh-TW" altLang="en-US" dirty="0"/>
              <a:t>檢查回傳的資料格式</a:t>
            </a:r>
            <a:endParaRPr lang="en-US" altLang="zh-TW" dirty="0"/>
          </a:p>
          <a:p>
            <a:r>
              <a:rPr lang="zh-TW" altLang="en-US" dirty="0"/>
              <a:t>透過 </a:t>
            </a:r>
            <a:r>
              <a:rPr lang="en-US" altLang="zh-TW" dirty="0"/>
              <a:t>status </a:t>
            </a:r>
            <a:r>
              <a:rPr lang="zh-TW" altLang="en-US" dirty="0"/>
              <a:t>回傳的代號，</a:t>
            </a:r>
            <a:br>
              <a:rPr lang="en-US" altLang="zh-TW" dirty="0"/>
            </a:br>
            <a:r>
              <a:rPr lang="zh-TW" altLang="en-US" dirty="0"/>
              <a:t>辨別發生了甚麼事</a:t>
            </a:r>
            <a:endParaRPr lang="en-US" altLang="zh-TW" dirty="0"/>
          </a:p>
          <a:p>
            <a:pPr lvl="1"/>
            <a:r>
              <a:rPr lang="en-US" altLang="zh-TW" dirty="0"/>
              <a:t>404</a:t>
            </a:r>
            <a:r>
              <a:rPr lang="zh-TW" altLang="en-US" dirty="0"/>
              <a:t>：路徑錯誤</a:t>
            </a:r>
            <a:endParaRPr lang="en-US" altLang="zh-TW" dirty="0"/>
          </a:p>
          <a:p>
            <a:pPr lvl="1"/>
            <a:r>
              <a:rPr lang="en-US" altLang="zh-TW" dirty="0"/>
              <a:t>400</a:t>
            </a:r>
            <a:r>
              <a:rPr lang="zh-TW" altLang="en-US" dirty="0"/>
              <a:t>：語法錯誤</a:t>
            </a:r>
            <a:endParaRPr lang="en-US" altLang="zh-TW" dirty="0"/>
          </a:p>
          <a:p>
            <a:pPr lvl="1"/>
            <a:r>
              <a:rPr lang="en-US" altLang="zh-TW" dirty="0"/>
              <a:t>401</a:t>
            </a:r>
            <a:r>
              <a:rPr lang="zh-TW" altLang="en-US" dirty="0"/>
              <a:t>：權限不足</a:t>
            </a:r>
            <a:endParaRPr lang="en-US" altLang="zh-TW" dirty="0"/>
          </a:p>
          <a:p>
            <a:pPr lvl="1"/>
            <a:r>
              <a:rPr lang="en-US" altLang="zh-TW" dirty="0"/>
              <a:t>403</a:t>
            </a:r>
            <a:r>
              <a:rPr lang="zh-TW" altLang="en-US" dirty="0"/>
              <a:t>：禁止存取</a:t>
            </a:r>
            <a:endParaRPr lang="en-US" altLang="zh-TW" dirty="0"/>
          </a:p>
          <a:p>
            <a:pPr lvl="1"/>
            <a:r>
              <a:rPr lang="en-US" altLang="zh-TW" dirty="0"/>
              <a:t>500</a:t>
            </a:r>
            <a:r>
              <a:rPr lang="zh-TW" altLang="en-US" dirty="0"/>
              <a:t>：伺服器端程式有錯</a:t>
            </a:r>
            <a:endParaRPr lang="en-US" altLang="zh-TW" dirty="0"/>
          </a:p>
          <a:p>
            <a:pPr lvl="1"/>
            <a:r>
              <a:rPr lang="en-US" altLang="zh-TW" dirty="0"/>
              <a:t>……….</a:t>
            </a:r>
          </a:p>
          <a:p>
            <a:pPr lvl="1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626003F-3A4D-C956-EC2A-0AE4E1D3CB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61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E863115-44F2-E329-DC4D-79CB89A7B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5086" y="2336800"/>
            <a:ext cx="5025196" cy="3365934"/>
          </a:xfrm>
          <a:prstGeom prst="rect">
            <a:avLst/>
          </a:prstGeom>
        </p:spPr>
      </p:pic>
      <p:sp>
        <p:nvSpPr>
          <p:cNvPr id="7" name="矩形: 圓角 6">
            <a:extLst>
              <a:ext uri="{FF2B5EF4-FFF2-40B4-BE49-F238E27FC236}">
                <a16:creationId xmlns:a16="http://schemas.microsoft.com/office/drawing/2014/main" id="{85B442E4-81EE-6C38-1EB4-D4822DB80BAF}"/>
              </a:ext>
            </a:extLst>
          </p:cNvPr>
          <p:cNvSpPr/>
          <p:nvPr/>
        </p:nvSpPr>
        <p:spPr>
          <a:xfrm>
            <a:off x="7574013" y="4413665"/>
            <a:ext cx="1497416" cy="31839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C54540AC-449C-8CD8-7CAC-6919E045EC6F}"/>
              </a:ext>
            </a:extLst>
          </p:cNvPr>
          <p:cNvSpPr/>
          <p:nvPr/>
        </p:nvSpPr>
        <p:spPr>
          <a:xfrm>
            <a:off x="7574013" y="3812515"/>
            <a:ext cx="1497416" cy="31839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193423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C6FB8-5DE5-CD05-2B18-CA38BD501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14A421-2DA5-9A0E-B7D2-126EF3541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api</a:t>
            </a:r>
            <a:r>
              <a:rPr lang="en-US" altLang="zh-TW" dirty="0"/>
              <a:t> </a:t>
            </a:r>
            <a:r>
              <a:rPr lang="zh-TW" altLang="en-US" dirty="0"/>
              <a:t>呼叫失敗程式處理範例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718DCB5-AF6A-7D1A-8367-45D4C2A693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F1BC0AF-8837-921F-2ABA-DDDAECC31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62</a:t>
            </a:fld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C99EA2-FEF4-E0BF-6C62-4E342C2CB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994410"/>
            <a:ext cx="10515599" cy="58293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None/>
            </a:pPr>
            <a:r>
              <a:rPr lang="en-US" altLang="zh-TW" sz="2400" b="1" dirty="0">
                <a:solidFill>
                  <a:srgbClr val="FF0000"/>
                </a:solidFill>
                <a:latin typeface="Arial" panose="020B0604020202020204" pitchFamily="34" charset="0"/>
              </a:rPr>
              <a:t>//</a:t>
            </a:r>
            <a:r>
              <a:rPr lang="zh-TW" altLang="en-US" sz="2400" b="1" dirty="0">
                <a:solidFill>
                  <a:srgbClr val="FF0000"/>
                </a:solidFill>
              </a:rPr>
              <a:t>確定 </a:t>
            </a:r>
            <a:r>
              <a:rPr lang="en-US" altLang="zh-TW" sz="2400" b="1" dirty="0" err="1">
                <a:solidFill>
                  <a:srgbClr val="FF0000"/>
                </a:solidFill>
              </a:rPr>
              <a:t>api</a:t>
            </a:r>
            <a:r>
              <a:rPr lang="en-US" altLang="zh-TW" sz="2400" b="1" dirty="0">
                <a:solidFill>
                  <a:srgbClr val="FF0000"/>
                </a:solidFill>
              </a:rPr>
              <a:t> </a:t>
            </a:r>
            <a:r>
              <a:rPr lang="zh-TW" altLang="en-US" sz="2400" b="1" dirty="0">
                <a:solidFill>
                  <a:srgbClr val="FF0000"/>
                </a:solidFill>
              </a:rPr>
              <a:t>回應沒有問題</a:t>
            </a:r>
          </a:p>
          <a:p>
            <a:pPr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if (</a:t>
            </a:r>
            <a:r>
              <a:rPr lang="en-US" altLang="zh-TW" sz="2400" dirty="0" err="1">
                <a:latin typeface="Arial" panose="020B0604020202020204" pitchFamily="34" charset="0"/>
              </a:rPr>
              <a:t>response.ok</a:t>
            </a:r>
            <a:r>
              <a:rPr lang="en-US" altLang="zh-TW" sz="2400" dirty="0">
                <a:latin typeface="Arial" panose="020B0604020202020204" pitchFamily="34" charset="0"/>
              </a:rPr>
              <a:t>) {            </a:t>
            </a:r>
          </a:p>
          <a:p>
            <a:pPr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    </a:t>
            </a:r>
            <a:r>
              <a:rPr lang="en-US" altLang="zh-TW" sz="2400" dirty="0">
                <a:latin typeface="Arial" panose="020B0604020202020204" pitchFamily="34" charset="0"/>
              </a:rPr>
              <a:t>const </a:t>
            </a:r>
            <a:r>
              <a:rPr lang="en-US" altLang="zh-TW" sz="2400" dirty="0" err="1">
                <a:latin typeface="Arial" panose="020B0604020202020204" pitchFamily="34" charset="0"/>
              </a:rPr>
              <a:t>contentType</a:t>
            </a:r>
            <a:r>
              <a:rPr lang="en-US" altLang="zh-TW" sz="2400" dirty="0">
                <a:latin typeface="Arial" panose="020B0604020202020204" pitchFamily="34" charset="0"/>
              </a:rPr>
              <a:t> = </a:t>
            </a:r>
            <a:r>
              <a:rPr lang="en-US" altLang="zh-TW" sz="2400" dirty="0" err="1">
                <a:latin typeface="Arial" panose="020B0604020202020204" pitchFamily="34" charset="0"/>
              </a:rPr>
              <a:t>response.headers.get</a:t>
            </a:r>
            <a:r>
              <a:rPr lang="en-US" altLang="zh-TW" sz="2400" dirty="0">
                <a:latin typeface="Arial" panose="020B0604020202020204" pitchFamily="34" charset="0"/>
              </a:rPr>
              <a:t>('content-type');     </a:t>
            </a:r>
          </a:p>
          <a:p>
            <a:pPr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    </a:t>
            </a:r>
            <a:r>
              <a:rPr lang="en-US" altLang="zh-TW" sz="2400" b="1" dirty="0">
                <a:solidFill>
                  <a:srgbClr val="FF0000"/>
                </a:solidFill>
                <a:latin typeface="Arial" panose="020B0604020202020204" pitchFamily="34" charset="0"/>
              </a:rPr>
              <a:t>//</a:t>
            </a:r>
            <a:r>
              <a:rPr lang="zh-TW" altLang="en-US" sz="2400" b="1" dirty="0">
                <a:solidFill>
                  <a:srgbClr val="FF0000"/>
                </a:solidFill>
              </a:rPr>
              <a:t>確定 </a:t>
            </a:r>
            <a:r>
              <a:rPr lang="en-US" altLang="zh-TW" sz="2400" b="1" dirty="0" err="1">
                <a:solidFill>
                  <a:srgbClr val="FF0000"/>
                </a:solidFill>
              </a:rPr>
              <a:t>api</a:t>
            </a:r>
            <a:r>
              <a:rPr lang="en-US" altLang="zh-TW" sz="2400" b="1" dirty="0">
                <a:solidFill>
                  <a:srgbClr val="FF0000"/>
                </a:solidFill>
              </a:rPr>
              <a:t> </a:t>
            </a:r>
            <a:r>
              <a:rPr lang="zh-TW" altLang="en-US" sz="2400" b="1" dirty="0">
                <a:solidFill>
                  <a:srgbClr val="FF0000"/>
                </a:solidFill>
              </a:rPr>
              <a:t>回應的資料為 </a:t>
            </a:r>
            <a:r>
              <a:rPr lang="en-US" altLang="zh-TW" sz="2400" b="1" dirty="0">
                <a:solidFill>
                  <a:srgbClr val="FF0000"/>
                </a:solidFill>
              </a:rPr>
              <a:t>JSON</a:t>
            </a:r>
            <a:r>
              <a:rPr lang="zh-TW" altLang="en-US" sz="2400" b="1" dirty="0">
                <a:solidFill>
                  <a:srgbClr val="FF0000"/>
                </a:solidFill>
              </a:rPr>
              <a:t> 格式</a:t>
            </a:r>
            <a:endParaRPr lang="en-US" altLang="zh-TW" sz="2400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    </a:t>
            </a:r>
            <a:r>
              <a:rPr lang="en-US" altLang="zh-TW" sz="2400" dirty="0">
                <a:latin typeface="Arial" panose="020B0604020202020204" pitchFamily="34" charset="0"/>
              </a:rPr>
              <a:t>if (</a:t>
            </a:r>
            <a:r>
              <a:rPr lang="en-US" altLang="zh-TW" sz="2400" dirty="0" err="1">
                <a:latin typeface="Arial" panose="020B0604020202020204" pitchFamily="34" charset="0"/>
              </a:rPr>
              <a:t>contentType</a:t>
            </a:r>
            <a:r>
              <a:rPr lang="en-US" altLang="zh-TW" sz="2400" dirty="0">
                <a:latin typeface="Arial" panose="020B0604020202020204" pitchFamily="34" charset="0"/>
              </a:rPr>
              <a:t> &amp;&amp; </a:t>
            </a:r>
            <a:r>
              <a:rPr lang="en-US" altLang="zh-TW" sz="2400" dirty="0" err="1">
                <a:latin typeface="Arial" panose="020B0604020202020204" pitchFamily="34" charset="0"/>
              </a:rPr>
              <a:t>contentType.includes</a:t>
            </a:r>
            <a:r>
              <a:rPr lang="en-US" altLang="zh-TW" sz="2400" dirty="0">
                <a:latin typeface="Arial" panose="020B0604020202020204" pitchFamily="34" charset="0"/>
              </a:rPr>
              <a:t>('application/</a:t>
            </a:r>
            <a:r>
              <a:rPr lang="en-US" altLang="zh-TW" sz="2400" dirty="0" err="1">
                <a:latin typeface="Arial" panose="020B0604020202020204" pitchFamily="34" charset="0"/>
              </a:rPr>
              <a:t>json</a:t>
            </a:r>
            <a:r>
              <a:rPr lang="en-US" altLang="zh-TW" sz="2400" dirty="0">
                <a:latin typeface="Arial" panose="020B0604020202020204" pitchFamily="34" charset="0"/>
              </a:rPr>
              <a:t>')) {                </a:t>
            </a:r>
          </a:p>
          <a:p>
            <a:pPr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        </a:t>
            </a:r>
            <a:r>
              <a:rPr lang="en-US" altLang="zh-TW" sz="2400" dirty="0">
                <a:latin typeface="Arial" panose="020B0604020202020204" pitchFamily="34" charset="0"/>
              </a:rPr>
              <a:t>const data = await </a:t>
            </a:r>
            <a:r>
              <a:rPr lang="en-US" altLang="zh-TW" sz="2400" dirty="0" err="1">
                <a:latin typeface="Arial" panose="020B0604020202020204" pitchFamily="34" charset="0"/>
              </a:rPr>
              <a:t>response.json</a:t>
            </a:r>
            <a:r>
              <a:rPr lang="en-US" altLang="zh-TW" sz="2400" dirty="0">
                <a:latin typeface="Arial" panose="020B0604020202020204" pitchFamily="34" charset="0"/>
              </a:rPr>
              <a:t>();               </a:t>
            </a:r>
          </a:p>
          <a:p>
            <a:pPr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        </a:t>
            </a:r>
            <a:r>
              <a:rPr lang="en-US" altLang="zh-TW" sz="2400" dirty="0">
                <a:latin typeface="Arial" panose="020B0604020202020204" pitchFamily="34" charset="0"/>
              </a:rPr>
              <a:t>console.log("</a:t>
            </a:r>
            <a:r>
              <a:rPr lang="zh-TW" altLang="en-US" sz="2400" dirty="0">
                <a:latin typeface="Arial" panose="020B0604020202020204" pitchFamily="34" charset="0"/>
              </a:rPr>
              <a:t>成功取得資料</a:t>
            </a:r>
            <a:r>
              <a:rPr lang="en-US" altLang="zh-TW" sz="2400" dirty="0">
                <a:latin typeface="Arial" panose="020B0604020202020204" pitchFamily="34" charset="0"/>
              </a:rPr>
              <a:t>:", data);                                </a:t>
            </a:r>
          </a:p>
          <a:p>
            <a:pPr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     </a:t>
            </a:r>
            <a:r>
              <a:rPr lang="en-US" altLang="zh-TW" sz="2400" dirty="0">
                <a:latin typeface="Arial" panose="020B0604020202020204" pitchFamily="34" charset="0"/>
              </a:rPr>
              <a:t>   return data;             </a:t>
            </a:r>
          </a:p>
          <a:p>
            <a:pPr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    </a:t>
            </a:r>
            <a:r>
              <a:rPr lang="en-US" altLang="zh-TW" sz="2400" dirty="0">
                <a:latin typeface="Arial" panose="020B0604020202020204" pitchFamily="34" charset="0"/>
              </a:rPr>
              <a:t>} else {                </a:t>
            </a:r>
          </a:p>
          <a:p>
            <a:pPr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        </a:t>
            </a:r>
            <a:r>
              <a:rPr lang="en-US" altLang="zh-TW" sz="2400" dirty="0" err="1">
                <a:latin typeface="Arial" panose="020B0604020202020204" pitchFamily="34" charset="0"/>
              </a:rPr>
              <a:t>console.error</a:t>
            </a:r>
            <a:r>
              <a:rPr lang="en-US" altLang="zh-TW" sz="2400" dirty="0">
                <a:latin typeface="Arial" panose="020B0604020202020204" pitchFamily="34" charset="0"/>
              </a:rPr>
              <a:t>("</a:t>
            </a:r>
            <a:r>
              <a:rPr lang="zh-TW" altLang="en-US" sz="2400" dirty="0">
                <a:latin typeface="Arial" panose="020B0604020202020204" pitchFamily="34" charset="0"/>
              </a:rPr>
              <a:t>不是 </a:t>
            </a:r>
            <a:r>
              <a:rPr lang="en-US" altLang="zh-TW" sz="2400" dirty="0">
                <a:latin typeface="Arial" panose="020B0604020202020204" pitchFamily="34" charset="0"/>
              </a:rPr>
              <a:t>JSON </a:t>
            </a:r>
            <a:r>
              <a:rPr lang="zh-TW" altLang="en-US" sz="2400" dirty="0">
                <a:latin typeface="Arial" panose="020B0604020202020204" pitchFamily="34" charset="0"/>
              </a:rPr>
              <a:t>格式</a:t>
            </a:r>
            <a:r>
              <a:rPr lang="en-US" altLang="zh-TW" sz="2400" dirty="0">
                <a:latin typeface="Arial" panose="020B0604020202020204" pitchFamily="34" charset="0"/>
              </a:rPr>
              <a:t>");                </a:t>
            </a:r>
          </a:p>
          <a:p>
            <a:pPr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        </a:t>
            </a:r>
            <a:r>
              <a:rPr lang="en-US" altLang="zh-TW" sz="2400" dirty="0">
                <a:latin typeface="Arial" panose="020B0604020202020204" pitchFamily="34" charset="0"/>
              </a:rPr>
              <a:t>throw new Error("Invalid Format");            </a:t>
            </a:r>
          </a:p>
          <a:p>
            <a:pPr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    </a:t>
            </a:r>
            <a:r>
              <a:rPr lang="en-US" altLang="zh-TW" sz="2400" dirty="0">
                <a:latin typeface="Arial" panose="020B0604020202020204" pitchFamily="34" charset="0"/>
              </a:rPr>
              <a:t>}</a:t>
            </a:r>
          </a:p>
          <a:p>
            <a:pPr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}</a:t>
            </a:r>
            <a:endParaRPr lang="zh-TW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19680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383FB-0A7B-5004-81A5-9E6AFD227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23D904-E0B2-9A8F-C832-8E923F001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根據不同的 </a:t>
            </a:r>
            <a:r>
              <a:rPr lang="en-US" altLang="zh-TW" dirty="0"/>
              <a:t>status </a:t>
            </a:r>
            <a:r>
              <a:rPr lang="zh-TW" altLang="en-US" dirty="0"/>
              <a:t>顯示不同的錯誤訊息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08555A1-4131-DCCF-4657-7ABE36E906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25EEE44-FC10-23E6-7260-165AC39B81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63</a:t>
            </a:fld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80EC35-9D99-98A6-3778-2CCC17869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1196304"/>
            <a:ext cx="10515599" cy="446539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if (</a:t>
            </a:r>
            <a:r>
              <a:rPr lang="en-US" altLang="zh-TW" sz="2400" dirty="0" err="1">
                <a:latin typeface="Arial" panose="020B0604020202020204" pitchFamily="34" charset="0"/>
              </a:rPr>
              <a:t>response.status</a:t>
            </a:r>
            <a:r>
              <a:rPr lang="en-US" altLang="zh-TW" sz="2400" dirty="0">
                <a:latin typeface="Arial" panose="020B0604020202020204" pitchFamily="34" charset="0"/>
              </a:rPr>
              <a:t> &gt;= 500) {            </a:t>
            </a:r>
          </a:p>
          <a:p>
            <a:pPr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alert('</a:t>
            </a:r>
            <a:r>
              <a:rPr lang="zh-TW" altLang="en-US" sz="2400" dirty="0">
                <a:latin typeface="Arial" panose="020B0604020202020204" pitchFamily="34" charset="0"/>
              </a:rPr>
              <a:t>伺服器目前忙碌中，請稍後再試。</a:t>
            </a:r>
            <a:r>
              <a:rPr lang="en-US" altLang="zh-TW" sz="2400" dirty="0">
                <a:latin typeface="Arial" panose="020B0604020202020204" pitchFamily="34" charset="0"/>
              </a:rPr>
              <a:t>');        </a:t>
            </a:r>
          </a:p>
          <a:p>
            <a:pPr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} else if (</a:t>
            </a:r>
            <a:r>
              <a:rPr lang="en-US" altLang="zh-TW" sz="2400" dirty="0" err="1">
                <a:latin typeface="Arial" panose="020B0604020202020204" pitchFamily="34" charset="0"/>
              </a:rPr>
              <a:t>response.status</a:t>
            </a:r>
            <a:r>
              <a:rPr lang="en-US" altLang="zh-TW" sz="2400" dirty="0">
                <a:latin typeface="Arial" panose="020B0604020202020204" pitchFamily="34" charset="0"/>
              </a:rPr>
              <a:t> === 401 || </a:t>
            </a:r>
            <a:r>
              <a:rPr lang="en-US" altLang="zh-TW" sz="2400" dirty="0" err="1">
                <a:latin typeface="Arial" panose="020B0604020202020204" pitchFamily="34" charset="0"/>
              </a:rPr>
              <a:t>response.status</a:t>
            </a:r>
            <a:r>
              <a:rPr lang="en-US" altLang="zh-TW" sz="2400" dirty="0">
                <a:latin typeface="Arial" panose="020B0604020202020204" pitchFamily="34" charset="0"/>
              </a:rPr>
              <a:t> === 403) {            </a:t>
            </a:r>
          </a:p>
          <a:p>
            <a:pPr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alert('</a:t>
            </a:r>
            <a:r>
              <a:rPr lang="zh-TW" altLang="en-US" sz="2400" dirty="0">
                <a:latin typeface="Arial" panose="020B0604020202020204" pitchFamily="34" charset="0"/>
              </a:rPr>
              <a:t>登入逾時或權限不足，請重新登入。</a:t>
            </a:r>
            <a:r>
              <a:rPr lang="en-US" altLang="zh-TW" sz="2400" dirty="0">
                <a:latin typeface="Arial" panose="020B0604020202020204" pitchFamily="34" charset="0"/>
              </a:rPr>
              <a:t>');        </a:t>
            </a:r>
          </a:p>
          <a:p>
            <a:pPr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} else if (</a:t>
            </a:r>
            <a:r>
              <a:rPr lang="en-US" altLang="zh-TW" sz="2400" dirty="0" err="1">
                <a:latin typeface="Arial" panose="020B0604020202020204" pitchFamily="34" charset="0"/>
              </a:rPr>
              <a:t>response.status</a:t>
            </a:r>
            <a:r>
              <a:rPr lang="en-US" altLang="zh-TW" sz="2400" dirty="0">
                <a:latin typeface="Arial" panose="020B0604020202020204" pitchFamily="34" charset="0"/>
              </a:rPr>
              <a:t> === 404) </a:t>
            </a:r>
          </a:p>
          <a:p>
            <a:pPr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   </a:t>
            </a:r>
            <a:r>
              <a:rPr lang="en-US" altLang="zh-TW" sz="2400" dirty="0">
                <a:latin typeface="Arial" panose="020B0604020202020204" pitchFamily="34" charset="0"/>
              </a:rPr>
              <a:t>alert('</a:t>
            </a:r>
            <a:r>
              <a:rPr lang="zh-TW" altLang="en-US" sz="2400" dirty="0">
                <a:latin typeface="Arial" panose="020B0604020202020204" pitchFamily="34" charset="0"/>
              </a:rPr>
              <a:t>連線路徑錯誤，請聯繫技術支援。</a:t>
            </a:r>
            <a:r>
              <a:rPr lang="en-US" altLang="zh-TW" sz="2400" dirty="0">
                <a:latin typeface="Arial" panose="020B0604020202020204" pitchFamily="34" charset="0"/>
              </a:rPr>
              <a:t>');        </a:t>
            </a:r>
          </a:p>
          <a:p>
            <a:pPr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} else {            </a:t>
            </a:r>
          </a:p>
          <a:p>
            <a:pPr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alert('</a:t>
            </a:r>
            <a:r>
              <a:rPr lang="zh-TW" altLang="en-US" sz="2400" dirty="0">
                <a:latin typeface="Arial" panose="020B0604020202020204" pitchFamily="34" charset="0"/>
              </a:rPr>
              <a:t>請求發生問題，請確認您的操作是否正確。</a:t>
            </a:r>
            <a:r>
              <a:rPr lang="en-US" altLang="zh-TW" sz="2400" dirty="0">
                <a:latin typeface="Arial" panose="020B0604020202020204" pitchFamily="34" charset="0"/>
              </a:rPr>
              <a:t>');       </a:t>
            </a:r>
          </a:p>
          <a:p>
            <a:pPr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}</a:t>
            </a:r>
            <a:endParaRPr lang="zh-TW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53709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7E67C-3E2B-DE78-28FC-2C7B6754D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6027EB-8C47-B2BD-1FA7-F8EB19A18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最後使用 </a:t>
            </a:r>
            <a:r>
              <a:rPr lang="en-US" altLang="zh-TW" dirty="0"/>
              <a:t>try...catch </a:t>
            </a:r>
            <a:r>
              <a:rPr lang="zh-TW" altLang="en-US" dirty="0"/>
              <a:t>捕捉所有意外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8C40DAE-7299-1055-8924-A53D69F4CB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291BF40-2246-CAC0-BF82-D5BF4094AB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64</a:t>
            </a:fld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AC863D-C038-A367-DF50-9132C07D1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1514168"/>
            <a:ext cx="10515599" cy="480175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try {</a:t>
            </a:r>
          </a:p>
          <a:p>
            <a:pPr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    </a:t>
            </a:r>
            <a:r>
              <a:rPr lang="en-US" altLang="zh-TW" sz="2400" dirty="0">
                <a:latin typeface="Arial" panose="020B0604020202020204" pitchFamily="34" charset="0"/>
              </a:rPr>
              <a:t>const response = </a:t>
            </a:r>
            <a:r>
              <a:rPr lang="en-US" altLang="zh-TW" sz="2400" b="1" dirty="0">
                <a:solidFill>
                  <a:srgbClr val="FF0000"/>
                </a:solidFill>
                <a:latin typeface="Arial" panose="020B0604020202020204" pitchFamily="34" charset="0"/>
              </a:rPr>
              <a:t>await</a:t>
            </a:r>
            <a:r>
              <a:rPr lang="en-US" altLang="zh-TW" sz="2400" dirty="0">
                <a:latin typeface="Arial" panose="020B0604020202020204" pitchFamily="34" charset="0"/>
              </a:rPr>
              <a:t> fetch</a:t>
            </a:r>
            <a:r>
              <a:rPr lang="en-US" altLang="zh-TW" sz="2400" dirty="0"/>
              <a:t>(</a:t>
            </a:r>
            <a:r>
              <a:rPr lang="en-US" altLang="zh-TW" sz="2400" dirty="0" err="1"/>
              <a:t>apiUrl</a:t>
            </a:r>
            <a:r>
              <a:rPr lang="en-US" altLang="zh-TW" sz="2400" dirty="0"/>
              <a:t>);</a:t>
            </a:r>
            <a:endParaRPr lang="en-US" altLang="zh-TW" sz="24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if (!</a:t>
            </a:r>
            <a:r>
              <a:rPr lang="en-US" altLang="zh-TW" sz="2400" dirty="0" err="1">
                <a:latin typeface="Arial" panose="020B0604020202020204" pitchFamily="34" charset="0"/>
              </a:rPr>
              <a:t>response.ok</a:t>
            </a:r>
            <a:r>
              <a:rPr lang="en-US" altLang="zh-TW" sz="2400" dirty="0">
                <a:latin typeface="Arial" panose="020B0604020202020204" pitchFamily="34" charset="0"/>
              </a:rPr>
              <a:t>) throw new Error('</a:t>
            </a:r>
            <a:r>
              <a:rPr lang="zh-TW" altLang="en-US" sz="2400" dirty="0">
                <a:latin typeface="Arial" panose="020B0604020202020204" pitchFamily="34" charset="0"/>
              </a:rPr>
              <a:t>有錯誤，無法取得資料</a:t>
            </a:r>
            <a:r>
              <a:rPr lang="en-US" altLang="zh-TW" sz="2400" dirty="0">
                <a:latin typeface="Arial" panose="020B0604020202020204" pitchFamily="34" charset="0"/>
              </a:rPr>
              <a:t>');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const data = </a:t>
            </a:r>
            <a:r>
              <a:rPr lang="en-US" altLang="zh-TW" sz="2400" b="1" dirty="0">
                <a:solidFill>
                  <a:srgbClr val="FF0000"/>
                </a:solidFill>
                <a:latin typeface="Arial" panose="020B0604020202020204" pitchFamily="34" charset="0"/>
              </a:rPr>
              <a:t>await</a:t>
            </a:r>
            <a:r>
              <a:rPr lang="en-US" altLang="zh-TW" sz="2400" dirty="0">
                <a:latin typeface="Arial" panose="020B0604020202020204" pitchFamily="34" charset="0"/>
              </a:rPr>
              <a:t> </a:t>
            </a:r>
            <a:r>
              <a:rPr lang="en-US" altLang="zh-TW" sz="2400" dirty="0" err="1">
                <a:latin typeface="Arial" panose="020B0604020202020204" pitchFamily="34" charset="0"/>
              </a:rPr>
              <a:t>response.json</a:t>
            </a:r>
            <a:r>
              <a:rPr lang="en-US" altLang="zh-TW" sz="2400" dirty="0">
                <a:latin typeface="Arial" panose="020B0604020202020204" pitchFamily="34" charset="0"/>
              </a:rPr>
              <a:t>();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</a:t>
            </a:r>
            <a:r>
              <a:rPr lang="en-US" altLang="zh-TW" sz="2400" dirty="0" err="1">
                <a:latin typeface="Arial" panose="020B0604020202020204" pitchFamily="34" charset="0"/>
              </a:rPr>
              <a:t>divInfo.innerHTML</a:t>
            </a:r>
            <a:r>
              <a:rPr lang="en-US" altLang="zh-TW" sz="2400" dirty="0">
                <a:latin typeface="Arial" panose="020B0604020202020204" pitchFamily="34" charset="0"/>
              </a:rPr>
              <a:t> = `&lt;h2&gt;${</a:t>
            </a:r>
            <a:r>
              <a:rPr lang="en-US" altLang="zh-TW" sz="2400" dirty="0" err="1">
                <a:latin typeface="Arial" panose="020B0604020202020204" pitchFamily="34" charset="0"/>
              </a:rPr>
              <a:t>data.message</a:t>
            </a:r>
            <a:r>
              <a:rPr lang="en-US" altLang="zh-TW" sz="2400" dirty="0">
                <a:latin typeface="Arial" panose="020B0604020202020204" pitchFamily="34" charset="0"/>
              </a:rPr>
              <a:t>}&lt;/h2&gt;`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} catch (error) {            </a:t>
            </a:r>
            <a:endParaRPr lang="zh-TW" altLang="en-US" sz="24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    </a:t>
            </a:r>
            <a:r>
              <a:rPr lang="en-US" altLang="zh-TW" sz="2400" dirty="0" err="1">
                <a:latin typeface="Arial" panose="020B0604020202020204" pitchFamily="34" charset="0"/>
              </a:rPr>
              <a:t>divInfo.innerHTML</a:t>
            </a:r>
            <a:r>
              <a:rPr lang="en-US" altLang="zh-TW" sz="2400" dirty="0">
                <a:latin typeface="Arial" panose="020B0604020202020204" pitchFamily="34" charset="0"/>
              </a:rPr>
              <a:t> = `&lt;h2&gt;${</a:t>
            </a:r>
            <a:r>
              <a:rPr lang="en-US" altLang="zh-TW" sz="2400" dirty="0" err="1">
                <a:latin typeface="Arial" panose="020B0604020202020204" pitchFamily="34" charset="0"/>
              </a:rPr>
              <a:t>error.message</a:t>
            </a:r>
            <a:r>
              <a:rPr lang="en-US" altLang="zh-TW" sz="2400" dirty="0">
                <a:latin typeface="Arial" panose="020B0604020202020204" pitchFamily="34" charset="0"/>
              </a:rPr>
              <a:t>}&lt;/h2&gt;`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}  finally</a:t>
            </a:r>
            <a:r>
              <a:rPr lang="zh-TW" altLang="en-US" sz="2400" dirty="0">
                <a:latin typeface="Arial" panose="020B0604020202020204" pitchFamily="34" charset="0"/>
              </a:rPr>
              <a:t> </a:t>
            </a:r>
            <a:r>
              <a:rPr lang="en-US" altLang="zh-TW" sz="2400" dirty="0">
                <a:latin typeface="Arial" panose="020B0604020202020204" pitchFamily="34" charset="0"/>
              </a:rPr>
              <a:t>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console.log('</a:t>
            </a:r>
            <a:r>
              <a:rPr lang="zh-TW" altLang="en-US" sz="2400" dirty="0">
                <a:latin typeface="Arial" panose="020B0604020202020204" pitchFamily="34" charset="0"/>
              </a:rPr>
              <a:t>請求結束</a:t>
            </a:r>
            <a:r>
              <a:rPr lang="en-US" altLang="zh-TW" sz="2400" dirty="0">
                <a:latin typeface="Arial" panose="020B0604020202020204" pitchFamily="34" charset="0"/>
              </a:rPr>
              <a:t>')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3406802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60CD20-7CAF-12E6-6866-772C3CCDD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api</a:t>
            </a:r>
            <a:r>
              <a:rPr lang="zh-TW" altLang="en-US" dirty="0"/>
              <a:t> 執行太久時的處理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CC0D887-AB9B-801C-B569-A902544598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TW" altLang="en-US" dirty="0"/>
              <a:t>下載執行中圖示   </a:t>
            </a:r>
            <a:r>
              <a:rPr lang="en-US" altLang="zh-TW" dirty="0">
                <a:hlinkClick r:id="rId3"/>
              </a:rPr>
              <a:t>https://icons8.com/preloaders/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在 </a:t>
            </a:r>
            <a:r>
              <a:rPr lang="en-US" altLang="zh-TW" dirty="0"/>
              <a:t>try {…} </a:t>
            </a:r>
            <a:r>
              <a:rPr lang="zh-TW" altLang="en-US" dirty="0"/>
              <a:t>區塊中顯示執行圖示、停用按鈕功能</a:t>
            </a:r>
            <a:endParaRPr lang="en-US" altLang="zh-TW" b="1" dirty="0">
              <a:solidFill>
                <a:srgbClr val="FF0000"/>
              </a:solidFill>
            </a:endParaRP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在 </a:t>
            </a:r>
            <a:r>
              <a:rPr lang="en-US" altLang="zh-TW" dirty="0"/>
              <a:t>finally {…} </a:t>
            </a:r>
            <a:r>
              <a:rPr lang="zh-TW" altLang="en-US" dirty="0"/>
              <a:t>區塊中隱藏執行圖示、恢復按鈕功能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54CBF1C-3B3B-D5B7-0555-B1601E5D9A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65</a:t>
            </a:fld>
            <a:endParaRPr lang="zh-TW" alt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9EA451F-B306-3C08-5938-8C7CBD3A0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7" y="3724038"/>
            <a:ext cx="10515599" cy="105962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TW" sz="2400" dirty="0" err="1">
                <a:latin typeface="Arial" panose="020B0604020202020204" pitchFamily="34" charset="0"/>
              </a:rPr>
              <a:t>imgLoader.style.display</a:t>
            </a:r>
            <a:r>
              <a:rPr lang="en-US" altLang="zh-TW" sz="2400" dirty="0">
                <a:latin typeface="Arial" panose="020B0604020202020204" pitchFamily="34" charset="0"/>
              </a:rPr>
              <a:t> = 'inline';</a:t>
            </a:r>
            <a:r>
              <a:rPr lang="zh-TW" altLang="en-US" sz="2400" dirty="0">
                <a:latin typeface="Arial" panose="020B0604020202020204" pitchFamily="34" charset="0"/>
              </a:rPr>
              <a:t>     </a:t>
            </a:r>
            <a:r>
              <a:rPr lang="en-US" altLang="zh-TW" sz="2400" dirty="0">
                <a:latin typeface="Arial" panose="020B0604020202020204" pitchFamily="34" charset="0"/>
              </a:rPr>
              <a:t>//inline</a:t>
            </a:r>
            <a:r>
              <a:rPr lang="zh-TW" altLang="en-US" sz="2400" dirty="0">
                <a:latin typeface="Arial" panose="020B0604020202020204" pitchFamily="34" charset="0"/>
              </a:rPr>
              <a:t>、</a:t>
            </a:r>
            <a:r>
              <a:rPr lang="en-US" altLang="zh-TW" sz="2400" dirty="0">
                <a:latin typeface="Arial" panose="020B0604020202020204" pitchFamily="34" charset="0"/>
              </a:rPr>
              <a:t>block  </a:t>
            </a:r>
            <a:r>
              <a:rPr lang="zh-TW" altLang="en-US" sz="2400" dirty="0">
                <a:latin typeface="Arial" panose="020B0604020202020204" pitchFamily="34" charset="0"/>
              </a:rPr>
              <a:t>顯示</a:t>
            </a:r>
            <a:endParaRPr lang="en-US" altLang="zh-TW" sz="2400" dirty="0"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altLang="zh-TW" sz="2400" dirty="0" err="1">
                <a:latin typeface="Arial" panose="020B0604020202020204" pitchFamily="34" charset="0"/>
              </a:rPr>
              <a:t>btn.disabled</a:t>
            </a:r>
            <a:r>
              <a:rPr lang="en-US" altLang="zh-TW" sz="2400" dirty="0">
                <a:latin typeface="Arial" panose="020B0604020202020204" pitchFamily="34" charset="0"/>
              </a:rPr>
              <a:t> = true;</a:t>
            </a:r>
            <a:r>
              <a:rPr lang="zh-TW" altLang="en-US" sz="2400" dirty="0">
                <a:latin typeface="Arial" panose="020B0604020202020204" pitchFamily="34" charset="0"/>
              </a:rPr>
              <a:t>                          </a:t>
            </a:r>
            <a:r>
              <a:rPr lang="en-US" altLang="zh-TW" sz="2400" dirty="0">
                <a:latin typeface="Arial" panose="020B0604020202020204" pitchFamily="34" charset="0"/>
              </a:rPr>
              <a:t>//</a:t>
            </a:r>
            <a:r>
              <a:rPr lang="zh-TW" altLang="en-US" sz="2400" dirty="0">
                <a:latin typeface="Arial" panose="020B0604020202020204" pitchFamily="34" charset="0"/>
              </a:rPr>
              <a:t>停用按鈕</a:t>
            </a:r>
            <a:endParaRPr lang="en-US" altLang="zh-TW" sz="2400" dirty="0">
              <a:latin typeface="Arial" panose="020B060402020202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10D83FF0-10BB-3D92-4339-84EEAB7A9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8" y="2150798"/>
            <a:ext cx="10515599" cy="71093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&lt;</a:t>
            </a:r>
            <a:r>
              <a:rPr lang="en-US" altLang="zh-TW" sz="2400" dirty="0" err="1">
                <a:latin typeface="Arial" panose="020B0604020202020204" pitchFamily="34" charset="0"/>
              </a:rPr>
              <a:t>img</a:t>
            </a:r>
            <a:r>
              <a:rPr lang="en-US" altLang="zh-TW" sz="2400" dirty="0">
                <a:latin typeface="Arial" panose="020B0604020202020204" pitchFamily="34" charset="0"/>
              </a:rPr>
              <a:t> id="img1" </a:t>
            </a:r>
            <a:r>
              <a:rPr lang="en-US" altLang="zh-TW" sz="2400" dirty="0" err="1">
                <a:latin typeface="Arial" panose="020B0604020202020204" pitchFamily="34" charset="0"/>
              </a:rPr>
              <a:t>src</a:t>
            </a:r>
            <a:r>
              <a:rPr lang="en-US" altLang="zh-TW" sz="2400" dirty="0">
                <a:latin typeface="Arial" panose="020B0604020202020204" pitchFamily="34" charset="0"/>
              </a:rPr>
              <a:t>="static/images/loading.gif" </a:t>
            </a:r>
            <a:r>
              <a:rPr lang="en-US" altLang="zh-TW" sz="2400" b="1" dirty="0">
                <a:solidFill>
                  <a:srgbClr val="FF0000"/>
                </a:solidFill>
                <a:latin typeface="Arial" panose="020B0604020202020204" pitchFamily="34" charset="0"/>
              </a:rPr>
              <a:t>style="</a:t>
            </a:r>
            <a:r>
              <a:rPr lang="en-US" altLang="zh-TW" sz="2400" b="1" dirty="0" err="1">
                <a:solidFill>
                  <a:srgbClr val="FF0000"/>
                </a:solidFill>
                <a:latin typeface="Arial" panose="020B0604020202020204" pitchFamily="34" charset="0"/>
              </a:rPr>
              <a:t>display:none</a:t>
            </a:r>
            <a:r>
              <a:rPr lang="en-US" altLang="zh-TW" sz="2400" b="1" dirty="0">
                <a:solidFill>
                  <a:srgbClr val="FF0000"/>
                </a:solidFill>
                <a:latin typeface="Arial" panose="020B0604020202020204" pitchFamily="34" charset="0"/>
              </a:rPr>
              <a:t>"</a:t>
            </a:r>
            <a:r>
              <a:rPr lang="en-US" altLang="zh-TW" sz="2400" dirty="0">
                <a:latin typeface="Arial" panose="020B0604020202020204" pitchFamily="34" charset="0"/>
              </a:rPr>
              <a:t> /&gt;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ACD87A18-69E9-D238-0F5D-21E6BA6160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7" y="5436294"/>
            <a:ext cx="10515599" cy="105962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None/>
            </a:pPr>
            <a:r>
              <a:rPr lang="en-US" altLang="zh-TW" sz="2400" dirty="0" err="1">
                <a:latin typeface="Arial" panose="020B0604020202020204" pitchFamily="34" charset="0"/>
              </a:rPr>
              <a:t>imgLoader.style.display</a:t>
            </a:r>
            <a:r>
              <a:rPr lang="en-US" altLang="zh-TW" sz="2400" dirty="0">
                <a:latin typeface="Arial" panose="020B0604020202020204" pitchFamily="34" charset="0"/>
              </a:rPr>
              <a:t> = 'none';      //</a:t>
            </a:r>
            <a:r>
              <a:rPr lang="zh-TW" altLang="en-US" sz="2400" dirty="0">
                <a:latin typeface="Arial" panose="020B0604020202020204" pitchFamily="34" charset="0"/>
              </a:rPr>
              <a:t>隱藏</a:t>
            </a:r>
            <a:endParaRPr lang="en-US" altLang="zh-TW" sz="24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 err="1">
                <a:latin typeface="Arial" panose="020B0604020202020204" pitchFamily="34" charset="0"/>
              </a:rPr>
              <a:t>btn.disabled</a:t>
            </a:r>
            <a:r>
              <a:rPr lang="en-US" altLang="zh-TW" sz="2400" dirty="0">
                <a:latin typeface="Arial" panose="020B0604020202020204" pitchFamily="34" charset="0"/>
              </a:rPr>
              <a:t> = false;</a:t>
            </a:r>
            <a:r>
              <a:rPr lang="zh-TW" altLang="en-US" sz="2400" dirty="0">
                <a:latin typeface="Arial" panose="020B0604020202020204" pitchFamily="34" charset="0"/>
              </a:rPr>
              <a:t>                          </a:t>
            </a:r>
            <a:r>
              <a:rPr lang="en-US" altLang="zh-TW" sz="2400" dirty="0">
                <a:latin typeface="Arial" panose="020B0604020202020204" pitchFamily="34" charset="0"/>
              </a:rPr>
              <a:t>//</a:t>
            </a:r>
            <a:r>
              <a:rPr lang="zh-TW" altLang="en-US" sz="2400" dirty="0">
                <a:latin typeface="Arial" panose="020B0604020202020204" pitchFamily="34" charset="0"/>
              </a:rPr>
              <a:t>啟用按鈕</a:t>
            </a:r>
            <a:endParaRPr lang="en-US" altLang="zh-TW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61479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970B32-7B72-871E-8652-42619E3F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停止 </a:t>
            </a:r>
            <a:r>
              <a:rPr lang="en-US" altLang="zh-TW" dirty="0"/>
              <a:t>fetch() </a:t>
            </a:r>
            <a:r>
              <a:rPr lang="zh-TW" altLang="en-US" dirty="0"/>
              <a:t>呼叫 </a:t>
            </a:r>
            <a:r>
              <a:rPr lang="en-US" altLang="zh-TW" dirty="0"/>
              <a:t>- </a:t>
            </a:r>
            <a:r>
              <a:rPr lang="en-US" altLang="zh-TW" dirty="0" err="1"/>
              <a:t>AbortController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D5D2721-8C84-C8AF-C3D2-FD03A22CA7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 err="1"/>
              <a:t>AbortController</a:t>
            </a:r>
            <a:r>
              <a:rPr lang="en-US" altLang="zh-TW" dirty="0"/>
              <a:t> </a:t>
            </a:r>
            <a:r>
              <a:rPr lang="zh-TW" altLang="en-US" dirty="0"/>
              <a:t>可以用來取消非同步程式的執行</a:t>
            </a:r>
            <a:endParaRPr lang="en-US" altLang="zh-TW" dirty="0"/>
          </a:p>
          <a:p>
            <a:pPr lvl="1"/>
            <a:r>
              <a:rPr lang="zh-TW" altLang="en-US" dirty="0"/>
              <a:t>透過 </a:t>
            </a:r>
            <a:r>
              <a:rPr lang="en-US" altLang="zh-TW" dirty="0"/>
              <a:t>signal </a:t>
            </a:r>
            <a:r>
              <a:rPr lang="zh-TW" altLang="en-US" dirty="0"/>
              <a:t>屬性傳遞取消信號給非同步程式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zh-TW" altLang="en-US" dirty="0"/>
              <a:t>透過 </a:t>
            </a:r>
            <a:r>
              <a:rPr lang="en-US" altLang="zh-TW" dirty="0"/>
              <a:t>abort() </a:t>
            </a:r>
            <a:r>
              <a:rPr lang="zh-TW" altLang="en-US" dirty="0"/>
              <a:t>方法，取消非同步程式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C383E3C-8749-F5BF-E27C-2CECF46EA8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66</a:t>
            </a:fld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FBEE68-CE6C-0C99-9043-168D2F2D4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2492303"/>
            <a:ext cx="10515599" cy="157895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TW" sz="2400" dirty="0" err="1">
                <a:latin typeface="Arial" panose="020B0604020202020204" pitchFamily="34" charset="0"/>
              </a:rPr>
              <a:t>abortController</a:t>
            </a:r>
            <a:r>
              <a:rPr lang="en-US" altLang="zh-TW" sz="2400" dirty="0">
                <a:latin typeface="Arial" panose="020B0604020202020204" pitchFamily="34" charset="0"/>
              </a:rPr>
              <a:t> = new </a:t>
            </a:r>
            <a:r>
              <a:rPr lang="en-US" altLang="zh-TW" sz="2400" dirty="0" err="1">
                <a:latin typeface="Arial" panose="020B0604020202020204" pitchFamily="34" charset="0"/>
              </a:rPr>
              <a:t>AbortController</a:t>
            </a:r>
            <a:r>
              <a:rPr lang="en-US" altLang="zh-TW" sz="2400" dirty="0">
                <a:latin typeface="Arial" panose="020B0604020202020204" pitchFamily="34" charset="0"/>
              </a:rPr>
              <a:t>();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const signal = </a:t>
            </a:r>
            <a:r>
              <a:rPr lang="en-US" altLang="zh-TW" sz="2400" dirty="0" err="1">
                <a:latin typeface="Arial" panose="020B0604020202020204" pitchFamily="34" charset="0"/>
              </a:rPr>
              <a:t>abortController.signal</a:t>
            </a:r>
            <a:r>
              <a:rPr lang="en-US" altLang="zh-TW" sz="2400" dirty="0">
                <a:latin typeface="Arial" panose="020B0604020202020204" pitchFamily="34" charset="0"/>
              </a:rPr>
              <a:t>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const response = await fetch(</a:t>
            </a:r>
            <a:r>
              <a:rPr lang="en-US" altLang="zh-TW" sz="2400" dirty="0" err="1">
                <a:latin typeface="Arial" panose="020B0604020202020204" pitchFamily="34" charset="0"/>
              </a:rPr>
              <a:t>url</a:t>
            </a:r>
            <a:r>
              <a:rPr lang="en-US" altLang="zh-TW" sz="2400" dirty="0">
                <a:latin typeface="Arial" panose="020B0604020202020204" pitchFamily="34" charset="0"/>
              </a:rPr>
              <a:t>, { signal })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A93DE20-7137-4729-A162-F50F7E906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8" y="4736968"/>
            <a:ext cx="10515599" cy="157895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if (</a:t>
            </a:r>
            <a:r>
              <a:rPr lang="en-US" altLang="zh-TW" sz="2400" dirty="0" err="1">
                <a:latin typeface="Arial" panose="020B0604020202020204" pitchFamily="34" charset="0"/>
              </a:rPr>
              <a:t>abortController</a:t>
            </a:r>
            <a:r>
              <a:rPr lang="en-US" altLang="zh-TW" sz="2400" dirty="0">
                <a:latin typeface="Arial" panose="020B0604020202020204" pitchFamily="34" charset="0"/>
              </a:rPr>
              <a:t>) 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</a:t>
            </a:r>
            <a:r>
              <a:rPr lang="en-US" altLang="zh-TW" sz="2400" dirty="0" err="1">
                <a:latin typeface="Arial" panose="020B0604020202020204" pitchFamily="34" charset="0"/>
              </a:rPr>
              <a:t>abortController.abort</a:t>
            </a:r>
            <a:r>
              <a:rPr lang="en-US" altLang="zh-TW" sz="2400" dirty="0">
                <a:latin typeface="Arial" panose="020B0604020202020204" pitchFamily="34" charset="0"/>
              </a:rPr>
              <a:t>()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3179104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83CCB2-A0AD-FC18-6AA0-75B525A66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想想看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E0D5AE8-0836-29D2-FAAD-91A39D0609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TW" altLang="en-US" dirty="0"/>
              <a:t>如何透過 </a:t>
            </a:r>
            <a:r>
              <a:rPr lang="en-US" altLang="zh-TW" dirty="0"/>
              <a:t>fetch() </a:t>
            </a:r>
            <a:r>
              <a:rPr lang="zh-TW" altLang="en-US" dirty="0"/>
              <a:t>結合 </a:t>
            </a:r>
            <a:r>
              <a:rPr lang="en-US" altLang="zh-TW" dirty="0"/>
              <a:t>async/await </a:t>
            </a:r>
            <a:r>
              <a:rPr lang="zh-TW" altLang="en-US" dirty="0"/>
              <a:t>語法進行 </a:t>
            </a:r>
            <a:r>
              <a:rPr lang="en-US" altLang="zh-TW" dirty="0" err="1"/>
              <a:t>api</a:t>
            </a:r>
            <a:r>
              <a:rPr lang="en-US" altLang="zh-TW" dirty="0"/>
              <a:t> </a:t>
            </a:r>
            <a:r>
              <a:rPr lang="zh-TW" altLang="en-US" dirty="0"/>
              <a:t>請求</a:t>
            </a:r>
            <a:endParaRPr lang="en-US" altLang="zh-TW" dirty="0"/>
          </a:p>
          <a:p>
            <a:r>
              <a:rPr lang="zh-TW" altLang="en-US" dirty="0"/>
              <a:t>確保程式碼不當掉</a:t>
            </a:r>
            <a:endParaRPr lang="en-US" altLang="zh-TW" dirty="0"/>
          </a:p>
          <a:p>
            <a:pPr lvl="1"/>
            <a:r>
              <a:rPr lang="zh-TW" altLang="en-US" dirty="0"/>
              <a:t>確定 </a:t>
            </a:r>
            <a:r>
              <a:rPr lang="en-US" altLang="zh-TW" dirty="0" err="1"/>
              <a:t>api</a:t>
            </a:r>
            <a:r>
              <a:rPr lang="en-US" altLang="zh-TW" dirty="0"/>
              <a:t> </a:t>
            </a:r>
            <a:r>
              <a:rPr lang="zh-TW" altLang="en-US" dirty="0"/>
              <a:t>回傳成功</a:t>
            </a:r>
            <a:endParaRPr lang="en-US" altLang="zh-TW" dirty="0"/>
          </a:p>
          <a:p>
            <a:pPr lvl="1"/>
            <a:r>
              <a:rPr lang="zh-TW" altLang="en-US" dirty="0"/>
              <a:t>確定回傳的是 </a:t>
            </a:r>
            <a:r>
              <a:rPr lang="en-US" altLang="zh-TW" dirty="0"/>
              <a:t>JSON</a:t>
            </a:r>
            <a:r>
              <a:rPr lang="zh-TW" altLang="en-US" dirty="0"/>
              <a:t> 格式</a:t>
            </a:r>
            <a:endParaRPr lang="en-US" altLang="zh-TW" dirty="0"/>
          </a:p>
          <a:p>
            <a:pPr lvl="1"/>
            <a:r>
              <a:rPr lang="zh-TW" altLang="en-US" dirty="0"/>
              <a:t>顯示不同的錯誤訊息</a:t>
            </a:r>
            <a:endParaRPr lang="en-US" altLang="zh-TW" dirty="0"/>
          </a:p>
          <a:p>
            <a:pPr lvl="1"/>
            <a:r>
              <a:rPr lang="zh-TW" altLang="en-US" dirty="0"/>
              <a:t>其它意外，透過 </a:t>
            </a:r>
            <a:r>
              <a:rPr lang="en-US" altLang="zh-TW" dirty="0"/>
              <a:t>try…catch…finally </a:t>
            </a:r>
            <a:r>
              <a:rPr lang="zh-TW" altLang="en-US" dirty="0"/>
              <a:t>語法處理</a:t>
            </a:r>
            <a:endParaRPr lang="en-US" altLang="zh-TW" dirty="0"/>
          </a:p>
          <a:p>
            <a:r>
              <a:rPr lang="zh-TW" altLang="en-US" dirty="0"/>
              <a:t>提升使用者體驗</a:t>
            </a:r>
            <a:endParaRPr lang="en-US" altLang="zh-TW" dirty="0"/>
          </a:p>
          <a:p>
            <a:pPr lvl="1"/>
            <a:r>
              <a:rPr lang="zh-TW" altLang="en-US" dirty="0"/>
              <a:t>執行中圖示的顯示與隱藏</a:t>
            </a:r>
            <a:endParaRPr lang="en-US" altLang="zh-TW" dirty="0"/>
          </a:p>
          <a:p>
            <a:pPr lvl="1"/>
            <a:r>
              <a:rPr lang="zh-TW" altLang="en-US" dirty="0"/>
              <a:t>按鈕的使用與禁用</a:t>
            </a:r>
            <a:endParaRPr lang="en-US" altLang="zh-TW" dirty="0"/>
          </a:p>
          <a:p>
            <a:r>
              <a:rPr lang="zh-TW" altLang="en-US" dirty="0"/>
              <a:t>提供使用者終止請求的能力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196D9BD-4E4A-059C-5CA0-347128D724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67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893777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Response </a:t>
            </a:r>
            <a:r>
              <a:rPr lang="zh-TW" altLang="en-US" dirty="0"/>
              <a:t>物件 </a:t>
            </a:r>
            <a:r>
              <a:rPr lang="en-US" altLang="zh-TW" dirty="0"/>
              <a:t>– body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TW" altLang="en-US" dirty="0"/>
              <a:t>伺服器端回應的</a:t>
            </a:r>
            <a:r>
              <a:rPr lang="zh-TW" altLang="en-US" b="1" dirty="0">
                <a:solidFill>
                  <a:srgbClr val="FF0000"/>
                </a:solidFill>
              </a:rPr>
              <a:t>資料</a:t>
            </a:r>
            <a:r>
              <a:rPr lang="zh-TW" altLang="en-US" dirty="0"/>
              <a:t>包在 </a:t>
            </a:r>
            <a:r>
              <a:rPr lang="en-US" altLang="zh-TW" dirty="0"/>
              <a:t>body </a:t>
            </a:r>
            <a:r>
              <a:rPr lang="zh-TW" altLang="en-US" dirty="0"/>
              <a:t>介面中，需要根據不同的方法，讀取不同的資料，透過這些方法回傳的都是 </a:t>
            </a:r>
            <a:r>
              <a:rPr lang="en-US" altLang="zh-TW" dirty="0"/>
              <a:t>Promise </a:t>
            </a:r>
            <a:r>
              <a:rPr lang="zh-TW" altLang="en-US" dirty="0"/>
              <a:t>物件</a:t>
            </a:r>
          </a:p>
          <a:p>
            <a:pPr lvl="1"/>
            <a:r>
              <a:rPr lang="en-US" altLang="zh-TW" dirty="0" err="1"/>
              <a:t>arrayBuffer</a:t>
            </a:r>
            <a:r>
              <a:rPr lang="en-US" altLang="zh-TW" dirty="0"/>
              <a:t>()</a:t>
            </a:r>
            <a:r>
              <a:rPr lang="zh-TW" altLang="en-US" dirty="0"/>
              <a:t>、</a:t>
            </a:r>
            <a:r>
              <a:rPr lang="en-US" altLang="zh-TW" dirty="0"/>
              <a:t>blob()</a:t>
            </a:r>
            <a:r>
              <a:rPr lang="zh-TW" altLang="en-US" dirty="0"/>
              <a:t>、</a:t>
            </a:r>
            <a:r>
              <a:rPr lang="en-US" altLang="zh-TW" dirty="0" err="1"/>
              <a:t>formData</a:t>
            </a:r>
            <a:r>
              <a:rPr lang="en-US" altLang="zh-TW" dirty="0"/>
              <a:t>()</a:t>
            </a:r>
            <a:r>
              <a:rPr lang="zh-TW" altLang="en-US" dirty="0"/>
              <a:t>、</a:t>
            </a:r>
            <a:r>
              <a:rPr lang="en-US" altLang="zh-TW" dirty="0" err="1"/>
              <a:t>json</a:t>
            </a:r>
            <a:r>
              <a:rPr lang="en-US" altLang="zh-TW" dirty="0"/>
              <a:t>()</a:t>
            </a:r>
            <a:r>
              <a:rPr lang="zh-TW" altLang="en-US" dirty="0"/>
              <a:t>、</a:t>
            </a:r>
            <a:r>
              <a:rPr lang="en-US" altLang="zh-TW" dirty="0"/>
              <a:t>text()</a:t>
            </a:r>
          </a:p>
          <a:p>
            <a:pPr lvl="1"/>
            <a:endParaRPr lang="en-US" altLang="zh-TW" dirty="0"/>
          </a:p>
          <a:p>
            <a:r>
              <a:rPr lang="zh-TW" altLang="en-US" dirty="0"/>
              <a:t>取得伺服器回傳純文字的資料 </a:t>
            </a:r>
            <a:r>
              <a:rPr lang="en-US" altLang="zh-TW" dirty="0"/>
              <a:t>– text()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marL="457200" lvl="1" indent="0">
              <a:buNone/>
            </a:pPr>
            <a:r>
              <a:rPr lang="en-US" altLang="zh-TW" dirty="0"/>
              <a:t>	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68</a:t>
            </a:fld>
            <a:endParaRPr lang="zh-TW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38199" y="4539697"/>
            <a:ext cx="10515599" cy="143986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None/>
            </a:pPr>
            <a:r>
              <a:rPr lang="en-US" altLang="zh-TW" sz="2400" dirty="0"/>
              <a:t>fetch(</a:t>
            </a:r>
            <a:r>
              <a:rPr lang="en-US" altLang="zh-TW" sz="2400" dirty="0" err="1"/>
              <a:t>apiUrl</a:t>
            </a:r>
            <a:r>
              <a:rPr lang="en-US" altLang="zh-TW" sz="2400" dirty="0"/>
              <a:t>)</a:t>
            </a:r>
          </a:p>
          <a:p>
            <a:pPr>
              <a:buFont typeface="Arial" panose="020B0604020202020204" pitchFamily="34" charset="0"/>
              <a:buNone/>
            </a:pPr>
            <a:r>
              <a:rPr lang="zh-TW" altLang="en-US" sz="2400" dirty="0"/>
              <a:t>    </a:t>
            </a:r>
            <a:r>
              <a:rPr lang="en-US" altLang="zh-TW" sz="2400" dirty="0"/>
              <a:t>.then(response =&gt; </a:t>
            </a:r>
            <a:r>
              <a:rPr lang="en-US" altLang="zh-TW" sz="2400" dirty="0" err="1"/>
              <a:t>response.text</a:t>
            </a:r>
            <a:r>
              <a:rPr lang="en-US" altLang="zh-TW" sz="2400" dirty="0"/>
              <a:t>())</a:t>
            </a:r>
          </a:p>
          <a:p>
            <a:pPr>
              <a:buFont typeface="Arial" panose="020B0604020202020204" pitchFamily="34" charset="0"/>
              <a:buNone/>
            </a:pPr>
            <a:r>
              <a:rPr lang="zh-TW" altLang="en-US" sz="2400" dirty="0"/>
              <a:t>    </a:t>
            </a:r>
            <a:r>
              <a:rPr lang="en-US" altLang="zh-TW" sz="2400" dirty="0"/>
              <a:t>.then(data =&gt; console.log(data))</a:t>
            </a:r>
            <a:endParaRPr lang="zh-TW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566674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5C0148-7193-1B0C-73CA-FC4BC9DBD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取得伺服器回傳圖片資料 </a:t>
            </a:r>
            <a:r>
              <a:rPr lang="en-US" altLang="zh-TW" dirty="0"/>
              <a:t>– blob()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1AC4BBA-C0F6-734C-8D30-83FF30B98C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FF0D028-4A2C-2263-B6FA-8AA41DE3FA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69</a:t>
            </a:fld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3EDB2D-61F7-F42F-DB1F-C7B1ACFE7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1418274"/>
            <a:ext cx="10515599" cy="489764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TW" sz="2400" dirty="0"/>
              <a:t>const </a:t>
            </a:r>
            <a:r>
              <a:rPr lang="en-US" altLang="zh-TW" sz="2400" dirty="0" err="1"/>
              <a:t>myImg</a:t>
            </a:r>
            <a:r>
              <a:rPr lang="en-US" altLang="zh-TW" sz="2400" dirty="0"/>
              <a:t> = </a:t>
            </a:r>
            <a:r>
              <a:rPr lang="en-US" altLang="zh-TW" sz="2400" dirty="0" err="1"/>
              <a:t>document.querySelector</a:t>
            </a:r>
            <a:r>
              <a:rPr lang="en-US" altLang="zh-TW" sz="2400" dirty="0"/>
              <a:t>('#img1');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/>
              <a:t>const </a:t>
            </a:r>
            <a:r>
              <a:rPr lang="en-US" altLang="zh-TW" sz="2400" dirty="0" err="1"/>
              <a:t>apiUrl</a:t>
            </a:r>
            <a:r>
              <a:rPr lang="en-US" altLang="zh-TW" sz="2400" dirty="0"/>
              <a:t> = 'http://127.0.0.1:5000/</a:t>
            </a:r>
            <a:r>
              <a:rPr lang="en-US" altLang="zh-TW" sz="2400" dirty="0" err="1"/>
              <a:t>api</a:t>
            </a:r>
            <a:r>
              <a:rPr lang="en-US" altLang="zh-TW" sz="2400" dirty="0"/>
              <a:t>/image';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/>
              <a:t>(async () =&gt; 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/>
              <a:t>    const response = await fetch(</a:t>
            </a:r>
            <a:r>
              <a:rPr lang="en-US" altLang="zh-TW" sz="2400" dirty="0" err="1"/>
              <a:t>apiUrl</a:t>
            </a:r>
            <a:r>
              <a:rPr lang="en-US" altLang="zh-TW" sz="2400" dirty="0"/>
              <a:t>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/>
              <a:t>    if(!</a:t>
            </a:r>
            <a:r>
              <a:rPr lang="en-US" altLang="zh-TW" sz="2400" dirty="0" err="1"/>
              <a:t>response.ok</a:t>
            </a:r>
            <a:r>
              <a:rPr lang="en-US" altLang="zh-TW" sz="2400" dirty="0"/>
              <a:t>){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/>
              <a:t>     console.log(`</a:t>
            </a:r>
            <a:r>
              <a:rPr lang="zh-TW" altLang="en-US" sz="2400" dirty="0"/>
              <a:t>有錯誤：</a:t>
            </a:r>
            <a:r>
              <a:rPr lang="en-US" altLang="zh-TW" sz="2400" dirty="0"/>
              <a:t>${</a:t>
            </a:r>
            <a:r>
              <a:rPr lang="en-US" altLang="zh-TW" sz="2400" dirty="0" err="1"/>
              <a:t>response.status</a:t>
            </a:r>
            <a:r>
              <a:rPr lang="en-US" altLang="zh-TW" sz="2400" dirty="0"/>
              <a:t>}`) 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/>
              <a:t>     return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/>
              <a:t>    }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/>
              <a:t>    const </a:t>
            </a:r>
            <a:r>
              <a:rPr lang="en-US" altLang="zh-TW" sz="2400" dirty="0" err="1"/>
              <a:t>datas</a:t>
            </a:r>
            <a:r>
              <a:rPr lang="en-US" altLang="zh-TW" sz="2400" dirty="0"/>
              <a:t> = await </a:t>
            </a:r>
            <a:r>
              <a:rPr lang="en-US" altLang="zh-TW" sz="2400" dirty="0" err="1"/>
              <a:t>response</a:t>
            </a:r>
            <a:r>
              <a:rPr lang="en-US" altLang="zh-TW" sz="2400" b="1" dirty="0" err="1">
                <a:solidFill>
                  <a:srgbClr val="FF0000"/>
                </a:solidFill>
              </a:rPr>
              <a:t>.blob</a:t>
            </a:r>
            <a:r>
              <a:rPr lang="en-US" altLang="zh-TW" sz="2400" b="1" dirty="0">
                <a:solidFill>
                  <a:srgbClr val="FF0000"/>
                </a:solidFill>
              </a:rPr>
              <a:t>()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/>
              <a:t>    </a:t>
            </a:r>
            <a:r>
              <a:rPr lang="en-US" altLang="zh-TW" sz="2400" dirty="0" err="1"/>
              <a:t>myImg.src</a:t>
            </a:r>
            <a:r>
              <a:rPr lang="en-US" altLang="zh-TW" sz="2400" dirty="0"/>
              <a:t> = </a:t>
            </a:r>
            <a:r>
              <a:rPr lang="en-US" altLang="zh-TW" sz="2400" dirty="0" err="1"/>
              <a:t>URL.createObjectURL</a:t>
            </a:r>
            <a:r>
              <a:rPr lang="en-US" altLang="zh-TW" sz="2400" dirty="0"/>
              <a:t>(</a:t>
            </a:r>
            <a:r>
              <a:rPr lang="en-US" altLang="zh-TW" sz="2400" dirty="0" err="1"/>
              <a:t>datas</a:t>
            </a:r>
            <a:r>
              <a:rPr lang="en-US" altLang="zh-TW" sz="2400" dirty="0"/>
              <a:t>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/>
              <a:t>})();</a:t>
            </a:r>
            <a:endParaRPr lang="zh-TW" altLang="en-US" sz="2400" dirty="0">
              <a:latin typeface="Arial" panose="020B0604020202020204" pitchFamily="34" charset="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DBE5A560-1D21-5799-9D29-2F68399CE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3840" y="3561348"/>
            <a:ext cx="4371465" cy="251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05585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5C0148-7193-1B0C-73CA-FC4BC9DBD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取得伺服器回傳</a:t>
            </a:r>
            <a:r>
              <a:rPr lang="en-US" altLang="zh-TW" dirty="0"/>
              <a:t>JSON</a:t>
            </a:r>
            <a:r>
              <a:rPr lang="zh-TW" altLang="en-US" dirty="0"/>
              <a:t>資料 </a:t>
            </a:r>
            <a:r>
              <a:rPr lang="en-US" altLang="zh-TW" dirty="0"/>
              <a:t>– </a:t>
            </a:r>
            <a:r>
              <a:rPr lang="en-US" altLang="zh-TW" dirty="0" err="1"/>
              <a:t>json</a:t>
            </a:r>
            <a:r>
              <a:rPr lang="en-US" altLang="zh-TW" dirty="0"/>
              <a:t>()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1AC4BBA-C0F6-734C-8D30-83FF30B98C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FF0D028-4A2C-2263-B6FA-8AA41DE3FA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70</a:t>
            </a:fld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3EDB2D-61F7-F42F-DB1F-C7B1ACFE7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1418274"/>
            <a:ext cx="10515599" cy="525764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TW" sz="2400" dirty="0"/>
              <a:t>const </a:t>
            </a:r>
            <a:r>
              <a:rPr lang="en-US" altLang="zh-TW" sz="2400" dirty="0" err="1"/>
              <a:t>apiUrl</a:t>
            </a:r>
            <a:r>
              <a:rPr lang="en-US" altLang="zh-TW" sz="2400" dirty="0"/>
              <a:t> = 'http://127.0.0.1:5000/</a:t>
            </a:r>
            <a:r>
              <a:rPr lang="en-US" altLang="zh-TW" sz="2400" dirty="0" err="1"/>
              <a:t>api</a:t>
            </a:r>
            <a:r>
              <a:rPr lang="en-US" altLang="zh-TW" sz="2400" dirty="0"/>
              <a:t>';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/>
              <a:t>(async () =&gt; 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/>
              <a:t>    const response = await fetch(`${</a:t>
            </a:r>
            <a:r>
              <a:rPr lang="en-US" altLang="zh-TW" sz="2400" dirty="0" err="1"/>
              <a:t>apiUrl</a:t>
            </a:r>
            <a:r>
              <a:rPr lang="en-US" altLang="zh-TW" sz="2400" dirty="0"/>
              <a:t>}/cities`);</a:t>
            </a:r>
          </a:p>
          <a:p>
            <a:pPr>
              <a:buFont typeface="Arial" panose="020B0604020202020204" pitchFamily="34" charset="0"/>
              <a:buNone/>
            </a:pPr>
            <a:r>
              <a:rPr lang="zh-TW" altLang="en-US" sz="2400" dirty="0"/>
              <a:t>    </a:t>
            </a:r>
            <a:r>
              <a:rPr lang="en-US" altLang="zh-TW" sz="2400" dirty="0"/>
              <a:t>const </a:t>
            </a:r>
            <a:r>
              <a:rPr lang="en-US" altLang="zh-TW" sz="2400" dirty="0" err="1"/>
              <a:t>datas</a:t>
            </a:r>
            <a:r>
              <a:rPr lang="en-US" altLang="zh-TW" sz="2400" dirty="0"/>
              <a:t> = await </a:t>
            </a:r>
            <a:r>
              <a:rPr lang="en-US" altLang="zh-TW" sz="2400" dirty="0" err="1"/>
              <a:t>response.json</a:t>
            </a:r>
            <a:r>
              <a:rPr lang="en-US" altLang="zh-TW" sz="2400" dirty="0"/>
              <a:t>()      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/>
              <a:t>    const cities = </a:t>
            </a:r>
            <a:r>
              <a:rPr lang="en-US" altLang="zh-TW" sz="2400" dirty="0" err="1"/>
              <a:t>datas.map</a:t>
            </a:r>
            <a:r>
              <a:rPr lang="en-US" altLang="zh-TW" sz="2400" dirty="0"/>
              <a:t>(city =&gt; 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/>
              <a:t>        return (`&lt;option value="${city}"&gt;${city}&lt;/option&gt;`)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/>
              <a:t>    })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/>
              <a:t>    </a:t>
            </a:r>
            <a:r>
              <a:rPr lang="en-US" altLang="zh-TW" sz="2400" dirty="0" err="1"/>
              <a:t>selCity.innerHTML</a:t>
            </a:r>
            <a:r>
              <a:rPr lang="en-US" altLang="zh-TW" sz="2400" dirty="0"/>
              <a:t> = </a:t>
            </a:r>
            <a:r>
              <a:rPr lang="en-US" altLang="zh-TW" sz="2400" dirty="0" err="1"/>
              <a:t>cities.join</a:t>
            </a:r>
            <a:r>
              <a:rPr lang="en-US" altLang="zh-TW" sz="2400" dirty="0"/>
              <a:t>("");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/>
              <a:t>})();</a:t>
            </a:r>
            <a:endParaRPr lang="zh-TW" altLang="en-US" sz="2400" dirty="0">
              <a:latin typeface="Arial" panose="020B0604020202020204" pitchFamily="34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74071C8-9FF2-EE84-BDA8-1EDB81E1D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2216" y="1501672"/>
            <a:ext cx="1323221" cy="517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85446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F15879-F498-5983-F76A-33F9C965E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想想看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8692F1B-E423-DD29-A40F-A34C69413B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TW" altLang="en-US" dirty="0"/>
              <a:t>透過 </a:t>
            </a:r>
            <a:r>
              <a:rPr lang="en-US" altLang="zh-TW" dirty="0"/>
              <a:t>fetch() </a:t>
            </a:r>
            <a:r>
              <a:rPr lang="zh-TW" altLang="en-US" dirty="0"/>
              <a:t>呼叫了 </a:t>
            </a:r>
            <a:r>
              <a:rPr lang="en-US" altLang="zh-TW" dirty="0" err="1"/>
              <a:t>api</a:t>
            </a:r>
            <a:r>
              <a:rPr lang="zh-TW" altLang="en-US" dirty="0"/>
              <a:t>，</a:t>
            </a:r>
            <a:r>
              <a:rPr lang="en-US" altLang="zh-TW" dirty="0" err="1"/>
              <a:t>api</a:t>
            </a:r>
            <a:r>
              <a:rPr lang="en-US" altLang="zh-TW" dirty="0"/>
              <a:t> </a:t>
            </a:r>
            <a:r>
              <a:rPr lang="zh-TW" altLang="en-US" dirty="0"/>
              <a:t>回傳了一個字串，一張圖片或者是</a:t>
            </a:r>
            <a:r>
              <a:rPr lang="en-US" altLang="zh-TW" dirty="0"/>
              <a:t>JSON</a:t>
            </a:r>
            <a:r>
              <a:rPr lang="zh-TW" altLang="en-US" dirty="0"/>
              <a:t>格式的資料，</a:t>
            </a:r>
            <a:r>
              <a:rPr lang="en-US" altLang="zh-TW" dirty="0"/>
              <a:t>fetch() </a:t>
            </a:r>
            <a:r>
              <a:rPr lang="zh-TW" altLang="en-US" dirty="0"/>
              <a:t>應該要如何接收？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07E70E7-A032-ABB6-6BD4-4E58FA9F25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71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643368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2A5C7F-EBDB-3B10-177D-B9854283B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資料傳遞從瀏覽器到伺服器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30A3392-6245-9792-D2A5-62D857CBC3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 err="1"/>
              <a:t>QueryString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/>
              <a:t>Path</a:t>
            </a:r>
          </a:p>
          <a:p>
            <a:endParaRPr lang="en-US" altLang="zh-TW" dirty="0"/>
          </a:p>
          <a:p>
            <a:r>
              <a:rPr lang="en-US" altLang="zh-TW" dirty="0" err="1"/>
              <a:t>FormData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JSON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CBB4B3-EB09-3EE8-D64D-BB782313F7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72</a:t>
            </a:fld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CB070E-B62D-A5AD-4548-548F454DB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039" y="1989138"/>
            <a:ext cx="6066890" cy="5794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None/>
            </a:pPr>
            <a:r>
              <a:rPr lang="en-US" altLang="zh-TW" sz="2400" dirty="0"/>
              <a:t>/</a:t>
            </a:r>
            <a:r>
              <a:rPr lang="en-US" altLang="zh-TW" sz="2400" dirty="0" err="1"/>
              <a:t>api</a:t>
            </a:r>
            <a:r>
              <a:rPr lang="en-US" altLang="zh-TW" sz="2400" dirty="0"/>
              <a:t>/</a:t>
            </a:r>
            <a:r>
              <a:rPr lang="en-US" altLang="zh-TW" sz="2400" dirty="0" err="1"/>
              <a:t>demo?name</a:t>
            </a:r>
            <a:r>
              <a:rPr lang="en-US" altLang="zh-TW" sz="2400" dirty="0"/>
              <a:t>=</a:t>
            </a:r>
            <a:r>
              <a:rPr lang="en-US" altLang="zh-TW" sz="2400" dirty="0" err="1"/>
              <a:t>Tom&amp;age</a:t>
            </a:r>
            <a:r>
              <a:rPr lang="en-US" altLang="zh-TW" sz="2400" dirty="0"/>
              <a:t>=20</a:t>
            </a:r>
            <a:endParaRPr lang="zh-TW" altLang="en-US" sz="2400" dirty="0">
              <a:latin typeface="Arial" panose="020B060402020202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5EF4DCC-0B30-6C93-1831-245F103B5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039" y="3131864"/>
            <a:ext cx="6066890" cy="5794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None/>
            </a:pPr>
            <a:r>
              <a:rPr lang="en-US" altLang="zh-TW" sz="2400" dirty="0"/>
              <a:t>/</a:t>
            </a:r>
            <a:r>
              <a:rPr lang="en-US" altLang="zh-TW" sz="2400" dirty="0" err="1"/>
              <a:t>api</a:t>
            </a:r>
            <a:r>
              <a:rPr lang="en-US" altLang="zh-TW" sz="2400" dirty="0"/>
              <a:t>/demo/Tom/20</a:t>
            </a:r>
            <a:endParaRPr lang="zh-TW" altLang="en-US" sz="2400" dirty="0"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FAECF91-AC52-86F7-7D51-76AD84255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038" y="4266010"/>
            <a:ext cx="6066889" cy="113414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None/>
            </a:pPr>
            <a:r>
              <a:rPr lang="en-US" altLang="zh-TW" sz="2400" dirty="0"/>
              <a:t>const </a:t>
            </a:r>
            <a:r>
              <a:rPr lang="en-US" altLang="zh-TW" sz="2400" dirty="0" err="1"/>
              <a:t>formData</a:t>
            </a:r>
            <a:r>
              <a:rPr lang="en-US" altLang="zh-TW" sz="2400" dirty="0"/>
              <a:t> = new </a:t>
            </a:r>
            <a:r>
              <a:rPr lang="en-US" altLang="zh-TW" sz="2400" dirty="0" err="1"/>
              <a:t>FormData</a:t>
            </a:r>
            <a:r>
              <a:rPr lang="en-US" altLang="zh-TW" sz="2400" dirty="0"/>
              <a:t>();</a:t>
            </a:r>
          </a:p>
          <a:p>
            <a:pPr>
              <a:buNone/>
            </a:pPr>
            <a:r>
              <a:rPr lang="en-US" altLang="zh-TW" sz="2400" dirty="0" err="1"/>
              <a:t>formData.append</a:t>
            </a:r>
            <a:r>
              <a:rPr lang="en-US" altLang="zh-TW" sz="2400" dirty="0"/>
              <a:t>('name', 'Tom');</a:t>
            </a:r>
          </a:p>
          <a:p>
            <a:pPr>
              <a:buNone/>
            </a:pPr>
            <a:r>
              <a:rPr lang="en-US" altLang="zh-TW" sz="2400" dirty="0" err="1"/>
              <a:t>formData.append</a:t>
            </a:r>
            <a:r>
              <a:rPr lang="en-US" altLang="zh-TW" sz="2400" dirty="0"/>
              <a:t>('age', '20');</a:t>
            </a:r>
            <a:endParaRPr lang="zh-TW" altLang="en-US" sz="2400" dirty="0">
              <a:latin typeface="Arial" panose="020B060402020202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749B3D5D-B81E-CFC7-1591-3E0CB992BA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038" y="5916522"/>
            <a:ext cx="6066889" cy="5794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None/>
            </a:pPr>
            <a:r>
              <a:rPr lang="en-US" altLang="zh-TW" sz="2400" dirty="0"/>
              <a:t> const payload = { "name": "Tom", "age": 20};</a:t>
            </a:r>
            <a:endParaRPr lang="zh-TW" altLang="en-US" sz="2400" dirty="0">
              <a:latin typeface="Arial" panose="020B0604020202020204" pitchFamily="34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AB93699-F67F-5004-DAA4-AE80B7578A15}"/>
              </a:ext>
            </a:extLst>
          </p:cNvPr>
          <p:cNvSpPr txBox="1"/>
          <p:nvPr/>
        </p:nvSpPr>
        <p:spPr>
          <a:xfrm>
            <a:off x="8353840" y="3190731"/>
            <a:ext cx="32876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/>
              <a:t>def get(self, name, age)</a:t>
            </a:r>
            <a:endParaRPr lang="zh-TW" altLang="en-US" sz="24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755101A-6258-9DCB-5E98-220DABD8012C}"/>
              </a:ext>
            </a:extLst>
          </p:cNvPr>
          <p:cNvSpPr txBox="1"/>
          <p:nvPr/>
        </p:nvSpPr>
        <p:spPr>
          <a:xfrm>
            <a:off x="7336605" y="2037342"/>
            <a:ext cx="43048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/>
              <a:t>name = </a:t>
            </a:r>
            <a:r>
              <a:rPr lang="en-US" altLang="zh-TW" sz="2400" dirty="0" err="1"/>
              <a:t>request.args.get</a:t>
            </a:r>
            <a:r>
              <a:rPr lang="en-US" altLang="zh-TW" sz="2400" dirty="0"/>
              <a:t>('name')</a:t>
            </a:r>
            <a:endParaRPr lang="zh-TW" altLang="en-US" sz="24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580536FF-087F-E317-993C-1DC09F078AAC}"/>
              </a:ext>
            </a:extLst>
          </p:cNvPr>
          <p:cNvSpPr txBox="1"/>
          <p:nvPr/>
        </p:nvSpPr>
        <p:spPr>
          <a:xfrm>
            <a:off x="7336604" y="4660783"/>
            <a:ext cx="43048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/>
              <a:t>name = </a:t>
            </a:r>
            <a:r>
              <a:rPr lang="en-US" altLang="zh-TW" sz="2400" dirty="0" err="1"/>
              <a:t>request.form.get</a:t>
            </a:r>
            <a:r>
              <a:rPr lang="en-US" altLang="zh-TW" sz="2400" dirty="0"/>
              <a:t>('name')</a:t>
            </a:r>
            <a:endParaRPr lang="zh-TW" altLang="en-US" sz="2400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A7198B2B-4B44-F018-D499-F4331B72E48F}"/>
              </a:ext>
            </a:extLst>
          </p:cNvPr>
          <p:cNvSpPr txBox="1"/>
          <p:nvPr/>
        </p:nvSpPr>
        <p:spPr>
          <a:xfrm>
            <a:off x="8353840" y="5664926"/>
            <a:ext cx="32594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/>
              <a:t>data = </a:t>
            </a:r>
            <a:r>
              <a:rPr lang="en-US" altLang="zh-TW" sz="2400" dirty="0" err="1"/>
              <a:t>request.get_json</a:t>
            </a:r>
            <a:r>
              <a:rPr lang="en-US" altLang="zh-TW" sz="2400" dirty="0"/>
              <a:t>()</a:t>
            </a:r>
          </a:p>
          <a:p>
            <a:r>
              <a:rPr lang="en-US" altLang="zh-TW" sz="2400" dirty="0"/>
              <a:t>name = </a:t>
            </a:r>
            <a:r>
              <a:rPr lang="en-US" altLang="zh-TW" sz="2400" dirty="0" err="1"/>
              <a:t>data.get</a:t>
            </a:r>
            <a:r>
              <a:rPr lang="en-US" altLang="zh-TW" sz="2400" dirty="0"/>
              <a:t>('name')</a:t>
            </a:r>
            <a:endParaRPr lang="zh-TW" altLang="en-US" sz="2400" dirty="0"/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D78FE90F-5AE9-C868-70F6-31B2F19FCE18}"/>
              </a:ext>
            </a:extLst>
          </p:cNvPr>
          <p:cNvCxnSpPr/>
          <p:nvPr/>
        </p:nvCxnSpPr>
        <p:spPr>
          <a:xfrm>
            <a:off x="982038" y="1514168"/>
            <a:ext cx="103717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91ED0AB2-43D1-6DA1-2679-2ADC1BC74F13}"/>
              </a:ext>
            </a:extLst>
          </p:cNvPr>
          <p:cNvSpPr txBox="1"/>
          <p:nvPr/>
        </p:nvSpPr>
        <p:spPr>
          <a:xfrm>
            <a:off x="2226032" y="980507"/>
            <a:ext cx="25409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Client </a:t>
            </a:r>
            <a:r>
              <a:rPr lang="zh-TW" altLang="en-US" sz="2800" dirty="0"/>
              <a:t>資料傳送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6D02F54A-02A6-22BE-A251-EF537CFA8449}"/>
              </a:ext>
            </a:extLst>
          </p:cNvPr>
          <p:cNvSpPr txBox="1"/>
          <p:nvPr/>
        </p:nvSpPr>
        <p:spPr>
          <a:xfrm>
            <a:off x="8147621" y="979296"/>
            <a:ext cx="2682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Server</a:t>
            </a:r>
            <a:r>
              <a:rPr lang="zh-TW" altLang="en-US" sz="2800" dirty="0"/>
              <a:t> 資料接收</a:t>
            </a:r>
          </a:p>
        </p:txBody>
      </p:sp>
    </p:spTree>
    <p:extLst>
      <p:ext uri="{BB962C8B-B14F-4D97-AF65-F5344CB8AC3E}">
        <p14:creationId xmlns:p14="http://schemas.microsoft.com/office/powerpoint/2010/main" val="355398834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A1A8C1-0015-0D5E-A88D-2CDB43900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Client </a:t>
            </a:r>
            <a:r>
              <a:rPr lang="zh-TW" altLang="en-US" dirty="0"/>
              <a:t>傳遞資料給 </a:t>
            </a:r>
            <a:r>
              <a:rPr lang="en-US" altLang="zh-TW" dirty="0"/>
              <a:t>API – HTTP GET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7A3B708-7AB9-378A-21FE-46062113BD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 err="1"/>
              <a:t>QueryString</a:t>
            </a:r>
            <a:r>
              <a:rPr lang="zh-TW" altLang="en-US" dirty="0"/>
              <a:t> 查詢字串</a:t>
            </a:r>
            <a:endParaRPr lang="en-US" altLang="zh-TW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TW" altLang="en-US" dirty="0"/>
              <a:t>將資料放在網址的後面用</a:t>
            </a:r>
            <a:r>
              <a:rPr lang="en-US" altLang="zh-TW" dirty="0"/>
              <a:t>『?』</a:t>
            </a:r>
            <a:r>
              <a:rPr lang="zh-TW" altLang="en-US" dirty="0"/>
              <a:t>隔開</a:t>
            </a:r>
            <a:endParaRPr lang="en-US" altLang="zh-TW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TW" altLang="en-US" dirty="0"/>
              <a:t>資料格式為 </a:t>
            </a:r>
            <a:r>
              <a:rPr lang="en-US" altLang="zh-TW" dirty="0"/>
              <a:t>key=value</a:t>
            </a:r>
            <a:r>
              <a:rPr lang="zh-TW" altLang="en-US" dirty="0"/>
              <a:t>，多筆資料時用</a:t>
            </a:r>
            <a:r>
              <a:rPr lang="en-US" altLang="zh-TW" dirty="0"/>
              <a:t>『&amp;』</a:t>
            </a:r>
            <a:r>
              <a:rPr lang="zh-TW" altLang="en-US" dirty="0"/>
              <a:t>隔開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BFB3C75-2C92-270C-2D8C-A965726455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73</a:t>
            </a:fld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DAB290-DC03-3AD5-1E63-218C0945B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3006769"/>
            <a:ext cx="10515599" cy="74009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GET</a:t>
            </a:r>
            <a:r>
              <a:rPr lang="zh-TW" altLang="en-US" sz="2400" dirty="0">
                <a:latin typeface="Arial" panose="020B0604020202020204" pitchFamily="34" charset="0"/>
              </a:rPr>
              <a:t> </a:t>
            </a:r>
            <a:r>
              <a:rPr lang="en-US" altLang="zh-TW" sz="2400" dirty="0">
                <a:latin typeface="Arial" panose="020B0604020202020204" pitchFamily="34" charset="0"/>
              </a:rPr>
              <a:t>http://127.0.0.1:8000/api/demo/</a:t>
            </a:r>
            <a:r>
              <a:rPr lang="en-US" altLang="zh-TW" sz="2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?</a:t>
            </a:r>
            <a:r>
              <a:rPr lang="en-US" altLang="zh-TW" sz="2400" b="1" dirty="0">
                <a:solidFill>
                  <a:srgbClr val="FF0000"/>
                </a:solidFill>
                <a:latin typeface="Arial" panose="020B0604020202020204" pitchFamily="34" charset="0"/>
              </a:rPr>
              <a:t>name=Tom</a:t>
            </a:r>
            <a:r>
              <a:rPr lang="en-US" altLang="zh-TW" sz="2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&amp;</a:t>
            </a:r>
            <a:r>
              <a:rPr lang="en-US" altLang="zh-TW" sz="2400" b="1" dirty="0">
                <a:solidFill>
                  <a:srgbClr val="FF0000"/>
                </a:solidFill>
                <a:latin typeface="Arial" panose="020B0604020202020204" pitchFamily="34" charset="0"/>
              </a:rPr>
              <a:t>age=30</a:t>
            </a:r>
            <a:endParaRPr lang="zh-TW" altLang="en-US" sz="24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4706683C-1857-A217-B4F6-3899FDA16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3997369"/>
            <a:ext cx="10515599" cy="198219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const </a:t>
            </a:r>
            <a:r>
              <a:rPr lang="en-US" altLang="zh-TW" sz="2400" dirty="0" err="1">
                <a:latin typeface="Arial" panose="020B0604020202020204" pitchFamily="34" charset="0"/>
              </a:rPr>
              <a:t>url</a:t>
            </a:r>
            <a:r>
              <a:rPr lang="en-US" altLang="zh-TW" sz="2400" dirty="0">
                <a:latin typeface="Arial" panose="020B0604020202020204" pitchFamily="34" charset="0"/>
              </a:rPr>
              <a:t> =`/</a:t>
            </a:r>
            <a:r>
              <a:rPr lang="en-US" altLang="zh-TW" sz="2400" dirty="0" err="1">
                <a:latin typeface="Arial" panose="020B0604020202020204" pitchFamily="34" charset="0"/>
              </a:rPr>
              <a:t>api</a:t>
            </a:r>
            <a:r>
              <a:rPr lang="en-US" altLang="zh-TW" sz="2400" dirty="0">
                <a:latin typeface="Arial" panose="020B0604020202020204" pitchFamily="34" charset="0"/>
              </a:rPr>
              <a:t>/demo/?name=${</a:t>
            </a:r>
            <a:r>
              <a:rPr lang="en-US" altLang="zh-TW" sz="2400" dirty="0" err="1">
                <a:latin typeface="Arial" panose="020B0604020202020204" pitchFamily="34" charset="0"/>
              </a:rPr>
              <a:t>inpName.value</a:t>
            </a:r>
            <a:r>
              <a:rPr lang="en-US" altLang="zh-TW" sz="2400" dirty="0">
                <a:latin typeface="Arial" panose="020B0604020202020204" pitchFamily="34" charset="0"/>
              </a:rPr>
              <a:t>}&amp;age=${</a:t>
            </a:r>
            <a:r>
              <a:rPr lang="en-US" altLang="zh-TW" sz="2400" dirty="0" err="1">
                <a:latin typeface="Arial" panose="020B0604020202020204" pitchFamily="34" charset="0"/>
              </a:rPr>
              <a:t>inpAge.value</a:t>
            </a:r>
            <a:r>
              <a:rPr lang="en-US" altLang="zh-TW" sz="2400" dirty="0">
                <a:latin typeface="Arial" panose="020B0604020202020204" pitchFamily="34" charset="0"/>
              </a:rPr>
              <a:t>}`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const response = await fetch(</a:t>
            </a:r>
            <a:r>
              <a:rPr lang="en-US" altLang="zh-TW" sz="2400" dirty="0" err="1">
                <a:latin typeface="Arial" panose="020B0604020202020204" pitchFamily="34" charset="0"/>
              </a:rPr>
              <a:t>url</a:t>
            </a:r>
            <a:r>
              <a:rPr lang="en-US" altLang="zh-TW" sz="2400" dirty="0">
                <a:latin typeface="Arial" panose="020B0604020202020204" pitchFamily="34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const data = await </a:t>
            </a:r>
            <a:r>
              <a:rPr lang="en-US" altLang="zh-TW" sz="2400" dirty="0" err="1">
                <a:latin typeface="Arial" panose="020B0604020202020204" pitchFamily="34" charset="0"/>
              </a:rPr>
              <a:t>response.json</a:t>
            </a:r>
            <a:r>
              <a:rPr lang="en-US" altLang="zh-TW" sz="2400" dirty="0">
                <a:latin typeface="Arial" panose="020B0604020202020204" pitchFamily="34" charset="0"/>
              </a:rPr>
              <a:t>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 err="1">
                <a:latin typeface="Arial" panose="020B0604020202020204" pitchFamily="34" charset="0"/>
              </a:rPr>
              <a:t>myDiv.textContent</a:t>
            </a:r>
            <a:r>
              <a:rPr lang="en-US" altLang="zh-TW" sz="2400" dirty="0">
                <a:latin typeface="Arial" panose="020B0604020202020204" pitchFamily="34" charset="0"/>
              </a:rPr>
              <a:t> = </a:t>
            </a:r>
            <a:r>
              <a:rPr lang="en-US" altLang="zh-TW" sz="2400" dirty="0" err="1">
                <a:latin typeface="Arial" panose="020B0604020202020204" pitchFamily="34" charset="0"/>
              </a:rPr>
              <a:t>JSON.stringify</a:t>
            </a:r>
            <a:r>
              <a:rPr lang="en-US" altLang="zh-TW" sz="2400">
                <a:latin typeface="Arial" panose="020B0604020202020204" pitchFamily="34" charset="0"/>
              </a:rPr>
              <a:t>(data)</a:t>
            </a:r>
            <a:endParaRPr lang="en-US" altLang="zh-TW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747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25B460-132E-8C0A-D34F-3E20297D2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讀取表單資料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1FB2826-B88F-BBB1-2E01-B714C25DCE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 err="1"/>
              <a:t>FormData</a:t>
            </a:r>
            <a:r>
              <a:rPr lang="en-US" altLang="zh-TW" dirty="0"/>
              <a:t> </a:t>
            </a:r>
            <a:r>
              <a:rPr lang="zh-TW" altLang="en-US" dirty="0"/>
              <a:t>表單資料</a:t>
            </a:r>
            <a:endParaRPr lang="en-US" altLang="zh-TW" dirty="0"/>
          </a:p>
          <a:p>
            <a:pPr lvl="1"/>
            <a:r>
              <a:rPr lang="zh-TW" altLang="en-US" dirty="0"/>
              <a:t>是一個 </a:t>
            </a:r>
            <a:r>
              <a:rPr lang="en-US" altLang="zh-TW" dirty="0"/>
              <a:t>JavaScript</a:t>
            </a:r>
            <a:r>
              <a:rPr lang="zh-TW" altLang="en-US" dirty="0"/>
              <a:t> 物件</a:t>
            </a:r>
            <a:endParaRPr lang="en-US" altLang="zh-TW" dirty="0"/>
          </a:p>
          <a:p>
            <a:pPr lvl="1"/>
            <a:r>
              <a:rPr lang="zh-TW" altLang="en-US" dirty="0"/>
              <a:t>用來收集和發送表單資料</a:t>
            </a:r>
            <a:endParaRPr lang="en-US" altLang="zh-TW" dirty="0"/>
          </a:p>
          <a:p>
            <a:r>
              <a:rPr lang="zh-TW" altLang="en-US" dirty="0"/>
              <a:t>將整個表單的資料塞進</a:t>
            </a:r>
            <a:r>
              <a:rPr lang="en-US" altLang="zh-TW" dirty="0" err="1"/>
              <a:t>FormData</a:t>
            </a:r>
            <a:r>
              <a:rPr lang="zh-TW" altLang="en-US" dirty="0"/>
              <a:t>物件中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根據需求將資料放進 </a:t>
            </a:r>
            <a:r>
              <a:rPr lang="en-US" altLang="zh-TW" dirty="0" err="1"/>
              <a:t>FormData</a:t>
            </a:r>
            <a:endParaRPr lang="en-US" altLang="zh-TW" dirty="0"/>
          </a:p>
          <a:p>
            <a:endParaRPr lang="en-US" altLang="zh-TW" dirty="0"/>
          </a:p>
          <a:p>
            <a:pPr marL="914400" lvl="2" indent="0">
              <a:buNone/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79984EF-C84F-6230-00A8-625235A47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74</a:t>
            </a:fld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43D284-71E8-8EE3-055D-BEA87107B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8" y="3544503"/>
            <a:ext cx="10515599" cy="74009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const </a:t>
            </a:r>
            <a:r>
              <a:rPr lang="en-US" altLang="zh-TW" sz="2400" dirty="0" err="1">
                <a:latin typeface="Arial" panose="020B0604020202020204" pitchFamily="34" charset="0"/>
              </a:rPr>
              <a:t>formData</a:t>
            </a:r>
            <a:r>
              <a:rPr lang="en-US" altLang="zh-TW" sz="2400" dirty="0">
                <a:latin typeface="Arial" panose="020B0604020202020204" pitchFamily="34" charset="0"/>
              </a:rPr>
              <a:t> = new </a:t>
            </a:r>
            <a:r>
              <a:rPr lang="en-US" altLang="zh-TW" sz="2400" dirty="0" err="1">
                <a:latin typeface="Arial" panose="020B0604020202020204" pitchFamily="34" charset="0"/>
              </a:rPr>
              <a:t>FormData</a:t>
            </a:r>
            <a:r>
              <a:rPr lang="en-US" altLang="zh-TW" sz="2400" dirty="0">
                <a:latin typeface="Arial" panose="020B0604020202020204" pitchFamily="34" charset="0"/>
              </a:rPr>
              <a:t>(</a:t>
            </a:r>
            <a:r>
              <a:rPr lang="en-US" altLang="zh-TW" sz="2400" dirty="0" err="1">
                <a:latin typeface="Arial" panose="020B0604020202020204" pitchFamily="34" charset="0"/>
              </a:rPr>
              <a:t>HTMLFormElement</a:t>
            </a:r>
            <a:r>
              <a:rPr lang="en-US" altLang="zh-TW" sz="2400" dirty="0">
                <a:latin typeface="Arial" panose="020B0604020202020204" pitchFamily="34" charset="0"/>
              </a:rPr>
              <a:t>); </a:t>
            </a:r>
            <a:endParaRPr lang="zh-TW" altLang="en-US" sz="2400" dirty="0">
              <a:latin typeface="Arial" panose="020B060402020202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549C630B-C25F-4F7E-0301-55633541E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7" y="5200107"/>
            <a:ext cx="10515599" cy="115750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const </a:t>
            </a:r>
            <a:r>
              <a:rPr lang="en-US" altLang="zh-TW" sz="2400" dirty="0" err="1">
                <a:latin typeface="Arial" panose="020B0604020202020204" pitchFamily="34" charset="0"/>
              </a:rPr>
              <a:t>formData</a:t>
            </a:r>
            <a:r>
              <a:rPr lang="en-US" altLang="zh-TW" sz="2400" dirty="0">
                <a:latin typeface="Arial" panose="020B0604020202020204" pitchFamily="34" charset="0"/>
              </a:rPr>
              <a:t> = new </a:t>
            </a:r>
            <a:r>
              <a:rPr lang="en-US" altLang="zh-TW" sz="2400" dirty="0" err="1">
                <a:latin typeface="Arial" panose="020B0604020202020204" pitchFamily="34" charset="0"/>
              </a:rPr>
              <a:t>FormData</a:t>
            </a:r>
            <a:r>
              <a:rPr lang="en-US" altLang="zh-TW" sz="2400" dirty="0">
                <a:latin typeface="Arial" panose="020B0604020202020204" pitchFamily="34" charset="0"/>
              </a:rPr>
              <a:t>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</a:t>
            </a:r>
            <a:r>
              <a:rPr lang="en-US" altLang="zh-TW" sz="2400" dirty="0" err="1">
                <a:latin typeface="Arial" panose="020B0604020202020204" pitchFamily="34" charset="0"/>
              </a:rPr>
              <a:t>formData.append</a:t>
            </a:r>
            <a:r>
              <a:rPr lang="en-US" altLang="zh-TW" sz="2400" dirty="0">
                <a:latin typeface="Arial" panose="020B0604020202020204" pitchFamily="34" charset="0"/>
              </a:rPr>
              <a:t>("</a:t>
            </a:r>
            <a:r>
              <a:rPr lang="en-US" altLang="zh-TW" sz="2400" dirty="0" err="1">
                <a:latin typeface="Arial" panose="020B0604020202020204" pitchFamily="34" charset="0"/>
              </a:rPr>
              <a:t>userName</a:t>
            </a:r>
            <a:r>
              <a:rPr lang="en-US" altLang="zh-TW" sz="2400" dirty="0">
                <a:latin typeface="Arial" panose="020B0604020202020204" pitchFamily="34" charset="0"/>
              </a:rPr>
              <a:t>", "Jack");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</a:t>
            </a:r>
            <a:r>
              <a:rPr lang="en-US" altLang="zh-TW" sz="2400" dirty="0" err="1">
                <a:latin typeface="Arial" panose="020B0604020202020204" pitchFamily="34" charset="0"/>
              </a:rPr>
              <a:t>formData.append</a:t>
            </a:r>
            <a:r>
              <a:rPr lang="en-US" altLang="zh-TW" sz="2400" dirty="0">
                <a:latin typeface="Arial" panose="020B0604020202020204" pitchFamily="34" charset="0"/>
              </a:rPr>
              <a:t>("password", "1234");</a:t>
            </a:r>
            <a:endParaRPr lang="zh-TW" altLang="en-US" sz="2400" dirty="0">
              <a:latin typeface="Arial" panose="020B0604020202020204" pitchFamily="34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6BFAC42-5DB7-D800-4A39-B46B9464FF2E}"/>
              </a:ext>
            </a:extLst>
          </p:cNvPr>
          <p:cNvSpPr txBox="1"/>
          <p:nvPr/>
        </p:nvSpPr>
        <p:spPr>
          <a:xfrm>
            <a:off x="3598517" y="6457708"/>
            <a:ext cx="49949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https://xhr.spec.whatwg.org/#interface-formdata</a:t>
            </a:r>
          </a:p>
        </p:txBody>
      </p:sp>
    </p:spTree>
    <p:extLst>
      <p:ext uri="{BB962C8B-B14F-4D97-AF65-F5344CB8AC3E}">
        <p14:creationId xmlns:p14="http://schemas.microsoft.com/office/powerpoint/2010/main" val="294559178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734DC6-B138-98E8-BC7B-310CBEBF0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FormData</a:t>
            </a:r>
            <a:r>
              <a:rPr lang="en-US" altLang="zh-TW" dirty="0"/>
              <a:t> </a:t>
            </a:r>
            <a:r>
              <a:rPr lang="zh-TW" altLang="en-US" dirty="0"/>
              <a:t>範例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CB2814B-0C75-CBC4-077F-4552EFC8D9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CF894D5-80F5-55B1-6CEB-719D8AE15A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75</a:t>
            </a:fld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B9ABCA-C8E7-4D06-CA38-B4E103080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1182745"/>
            <a:ext cx="10515599" cy="29303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&lt;form  </a:t>
            </a:r>
            <a:r>
              <a:rPr lang="en-US" altLang="zh-TW" sz="2400" b="1" dirty="0">
                <a:solidFill>
                  <a:srgbClr val="FF0000"/>
                </a:solidFill>
                <a:latin typeface="Arial" panose="020B0604020202020204" pitchFamily="34" charset="0"/>
              </a:rPr>
              <a:t>id="</a:t>
            </a:r>
            <a:r>
              <a:rPr lang="en-US" altLang="zh-TW" sz="2400" b="1" dirty="0" err="1">
                <a:solidFill>
                  <a:srgbClr val="FF0000"/>
                </a:solidFill>
                <a:latin typeface="Arial" panose="020B0604020202020204" pitchFamily="34" charset="0"/>
              </a:rPr>
              <a:t>userForm</a:t>
            </a:r>
            <a:r>
              <a:rPr lang="en-US" altLang="zh-TW" sz="2400" b="1" dirty="0">
                <a:solidFill>
                  <a:srgbClr val="FF0000"/>
                </a:solidFill>
                <a:latin typeface="Arial" panose="020B0604020202020204" pitchFamily="34" charset="0"/>
              </a:rPr>
              <a:t>"</a:t>
            </a:r>
            <a:r>
              <a:rPr lang="en-US" altLang="zh-TW" sz="2400" dirty="0">
                <a:latin typeface="Arial" panose="020B0604020202020204" pitchFamily="34" charset="0"/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&lt;div class="mb-3"&gt;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  &lt;label for="</a:t>
            </a:r>
            <a:r>
              <a:rPr lang="en-US" altLang="zh-TW" sz="2400" dirty="0" err="1">
                <a:latin typeface="Arial" panose="020B0604020202020204" pitchFamily="34" charset="0"/>
              </a:rPr>
              <a:t>userName</a:t>
            </a:r>
            <a:r>
              <a:rPr lang="en-US" altLang="zh-TW" sz="2400" dirty="0">
                <a:latin typeface="Arial" panose="020B0604020202020204" pitchFamily="34" charset="0"/>
              </a:rPr>
              <a:t>" class="form-label"&gt;</a:t>
            </a:r>
            <a:r>
              <a:rPr lang="zh-TW" altLang="en-US" sz="2400" dirty="0">
                <a:latin typeface="Arial" panose="020B0604020202020204" pitchFamily="34" charset="0"/>
              </a:rPr>
              <a:t>姓名：</a:t>
            </a:r>
            <a:r>
              <a:rPr lang="en-US" altLang="zh-TW" sz="2400" dirty="0">
                <a:latin typeface="Arial" panose="020B0604020202020204" pitchFamily="34" charset="0"/>
              </a:rPr>
              <a:t>&lt;/label&gt;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  &lt;input type="text" class="form-control" id="</a:t>
            </a:r>
            <a:r>
              <a:rPr lang="en-US" altLang="zh-TW" sz="2400" dirty="0" err="1">
                <a:latin typeface="Arial" panose="020B0604020202020204" pitchFamily="34" charset="0"/>
              </a:rPr>
              <a:t>userName</a:t>
            </a:r>
            <a:r>
              <a:rPr lang="en-US" altLang="zh-TW" sz="2400" dirty="0">
                <a:latin typeface="Arial" panose="020B0604020202020204" pitchFamily="34" charset="0"/>
              </a:rPr>
              <a:t>" </a:t>
            </a:r>
            <a:r>
              <a:rPr lang="en-US" altLang="zh-TW" sz="2400" b="1" dirty="0">
                <a:solidFill>
                  <a:srgbClr val="FF0000"/>
                </a:solidFill>
                <a:latin typeface="Arial" panose="020B0604020202020204" pitchFamily="34" charset="0"/>
              </a:rPr>
              <a:t>name="Name"</a:t>
            </a:r>
            <a:r>
              <a:rPr lang="en-US" altLang="zh-TW" sz="2400" dirty="0">
                <a:latin typeface="Arial" panose="020B0604020202020204" pitchFamily="34" charset="0"/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    </a:t>
            </a:r>
            <a:r>
              <a:rPr lang="en-US" altLang="zh-TW" sz="2400" dirty="0">
                <a:latin typeface="Arial" panose="020B0604020202020204" pitchFamily="34" charset="0"/>
              </a:rPr>
              <a:t>&lt;/div&gt;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    </a:t>
            </a:r>
            <a:r>
              <a:rPr lang="en-US" altLang="zh-TW" sz="2400" dirty="0">
                <a:latin typeface="Arial" panose="020B0604020202020204" pitchFamily="34" charset="0"/>
              </a:rPr>
              <a:t>….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&lt;/form&gt;</a:t>
            </a:r>
            <a:endParaRPr lang="zh-TW" altLang="en-US" sz="2400" dirty="0">
              <a:latin typeface="Arial" panose="020B060402020202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E7CCCB41-BFFB-DD99-6DC6-51DF68E1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4187054"/>
            <a:ext cx="10515599" cy="254448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const </a:t>
            </a:r>
            <a:r>
              <a:rPr lang="en-US" altLang="zh-TW" sz="2400" dirty="0" err="1">
                <a:latin typeface="Arial" panose="020B0604020202020204" pitchFamily="34" charset="0"/>
              </a:rPr>
              <a:t>formData</a:t>
            </a:r>
            <a:r>
              <a:rPr lang="en-US" altLang="zh-TW" sz="2400" dirty="0">
                <a:latin typeface="Arial" panose="020B0604020202020204" pitchFamily="34" charset="0"/>
              </a:rPr>
              <a:t> = new </a:t>
            </a:r>
            <a:r>
              <a:rPr lang="en-US" altLang="zh-TW" sz="2400" dirty="0" err="1">
                <a:latin typeface="Arial" panose="020B0604020202020204" pitchFamily="34" charset="0"/>
              </a:rPr>
              <a:t>FormData</a:t>
            </a:r>
            <a:r>
              <a:rPr lang="en-US" altLang="zh-TW" sz="2400" dirty="0">
                <a:latin typeface="Arial" panose="020B0604020202020204" pitchFamily="34" charset="0"/>
              </a:rPr>
              <a:t>(</a:t>
            </a:r>
            <a:r>
              <a:rPr lang="en-US" altLang="zh-TW" sz="2400" dirty="0" err="1">
                <a:latin typeface="Arial" panose="020B0604020202020204" pitchFamily="34" charset="0"/>
              </a:rPr>
              <a:t>document.querySelector</a:t>
            </a:r>
            <a:r>
              <a:rPr lang="en-US" altLang="zh-TW" sz="2400" dirty="0">
                <a:latin typeface="Arial" panose="020B0604020202020204" pitchFamily="34" charset="0"/>
              </a:rPr>
              <a:t>('</a:t>
            </a:r>
            <a:r>
              <a:rPr lang="en-US" altLang="zh-TW" sz="2400" b="1" dirty="0">
                <a:solidFill>
                  <a:srgbClr val="FF0000"/>
                </a:solidFill>
                <a:latin typeface="Arial" panose="020B0604020202020204" pitchFamily="34" charset="0"/>
              </a:rPr>
              <a:t>#</a:t>
            </a:r>
            <a:r>
              <a:rPr lang="en-US" altLang="zh-TW" sz="2400" b="1" dirty="0" err="1">
                <a:solidFill>
                  <a:srgbClr val="FF0000"/>
                </a:solidFill>
                <a:latin typeface="Arial" panose="020B0604020202020204" pitchFamily="34" charset="0"/>
              </a:rPr>
              <a:t>userForm</a:t>
            </a:r>
            <a:r>
              <a:rPr lang="en-US" altLang="zh-TW" sz="2400" dirty="0">
                <a:latin typeface="Arial" panose="020B0604020202020204" pitchFamily="34" charset="0"/>
              </a:rPr>
              <a:t>'));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for (const pair of </a:t>
            </a:r>
            <a:r>
              <a:rPr lang="en-US" altLang="zh-TW" sz="2400" dirty="0" err="1">
                <a:latin typeface="Arial" panose="020B0604020202020204" pitchFamily="34" charset="0"/>
              </a:rPr>
              <a:t>formData.entries</a:t>
            </a:r>
            <a:r>
              <a:rPr lang="en-US" altLang="zh-TW" sz="2400" dirty="0">
                <a:latin typeface="Arial" panose="020B0604020202020204" pitchFamily="34" charset="0"/>
              </a:rPr>
              <a:t>())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console.log(`${pair[0]}`);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console.log(`${pair[1]}`);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}</a:t>
            </a:r>
            <a:endParaRPr lang="zh-TW" altLang="en-US" sz="2400" dirty="0">
              <a:latin typeface="Arial" panose="020B0604020202020204" pitchFamily="34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A385F6B4-6419-F3DB-D78E-146B21E1F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7149" y="5264128"/>
            <a:ext cx="1012004" cy="82225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78070949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25B460-132E-8C0A-D34F-3E20297D2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fetch(</a:t>
            </a:r>
            <a:r>
              <a:rPr lang="en-US" altLang="zh-TW" dirty="0" err="1"/>
              <a:t>url</a:t>
            </a:r>
            <a:r>
              <a:rPr lang="en-US" altLang="zh-TW" dirty="0"/>
              <a:t>,</a:t>
            </a:r>
            <a:r>
              <a:rPr lang="en-US" altLang="zh-TW" dirty="0">
                <a:solidFill>
                  <a:srgbClr val="FF0000"/>
                </a:solidFill>
              </a:rPr>
              <a:t>{…}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1FB2826-B88F-BBB1-2E01-B714C25DCE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 err="1"/>
              <a:t>RequestInit</a:t>
            </a:r>
            <a:r>
              <a:rPr lang="en-US" altLang="zh-TW" dirty="0"/>
              <a:t> (*</a:t>
            </a:r>
            <a:r>
              <a:rPr lang="zh-TW" altLang="en-US" dirty="0"/>
              <a:t>表示預設值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pPr marL="914400" lvl="2" indent="0">
              <a:buNone/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79984EF-C84F-6230-00A8-625235A47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76</a:t>
            </a:fld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43D284-71E8-8EE3-055D-BEA87107B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4" y="2613571"/>
            <a:ext cx="10515599" cy="345034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const </a:t>
            </a:r>
            <a:r>
              <a:rPr lang="zh-TW" altLang="en-US" sz="2400" dirty="0">
                <a:latin typeface="Arial" panose="020B0604020202020204" pitchFamily="34" charset="0"/>
              </a:rPr>
              <a:t> </a:t>
            </a:r>
            <a:r>
              <a:rPr lang="en-US" altLang="zh-TW" sz="2400" dirty="0">
                <a:latin typeface="Arial" panose="020B0604020202020204" pitchFamily="34" charset="0"/>
              </a:rPr>
              <a:t>response = await fetch(</a:t>
            </a:r>
            <a:r>
              <a:rPr lang="en-US" altLang="zh-TW" sz="2400" dirty="0" err="1">
                <a:latin typeface="Arial" panose="020B0604020202020204" pitchFamily="34" charset="0"/>
              </a:rPr>
              <a:t>url</a:t>
            </a:r>
            <a:r>
              <a:rPr lang="en-US" altLang="zh-TW" sz="2400" dirty="0">
                <a:latin typeface="Arial" panose="020B0604020202020204" pitchFamily="34" charset="0"/>
              </a:rPr>
              <a:t>,{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  method='POST' ,                            //*GET</a:t>
            </a:r>
            <a:r>
              <a:rPr lang="zh-TW" altLang="en-US" sz="2400" dirty="0">
                <a:latin typeface="Arial" panose="020B0604020202020204" pitchFamily="34" charset="0"/>
              </a:rPr>
              <a:t>、</a:t>
            </a:r>
            <a:r>
              <a:rPr lang="en-US" altLang="zh-TW" sz="2400" dirty="0">
                <a:latin typeface="Arial" panose="020B0604020202020204" pitchFamily="34" charset="0"/>
              </a:rPr>
              <a:t>POST</a:t>
            </a:r>
            <a:r>
              <a:rPr lang="zh-TW" altLang="en-US" sz="2400" dirty="0">
                <a:latin typeface="Arial" panose="020B0604020202020204" pitchFamily="34" charset="0"/>
              </a:rPr>
              <a:t>、</a:t>
            </a:r>
            <a:r>
              <a:rPr lang="en-US" altLang="zh-TW" sz="2400" dirty="0">
                <a:latin typeface="Arial" panose="020B0604020202020204" pitchFamily="34" charset="0"/>
              </a:rPr>
              <a:t>PUT</a:t>
            </a:r>
            <a:r>
              <a:rPr lang="zh-TW" altLang="en-US" sz="2400" dirty="0">
                <a:latin typeface="Arial" panose="020B0604020202020204" pitchFamily="34" charset="0"/>
              </a:rPr>
              <a:t>、</a:t>
            </a:r>
            <a:r>
              <a:rPr lang="en-US" altLang="zh-TW" sz="2400" dirty="0">
                <a:latin typeface="Arial" panose="020B0604020202020204" pitchFamily="34" charset="0"/>
              </a:rPr>
              <a:t>DELETE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  </a:t>
            </a:r>
            <a:r>
              <a:rPr lang="en-US" altLang="zh-TW" sz="2400" dirty="0" err="1">
                <a:latin typeface="Arial" panose="020B0604020202020204" pitchFamily="34" charset="0"/>
              </a:rPr>
              <a:t>body:JSON.stringify</a:t>
            </a:r>
            <a:r>
              <a:rPr lang="en-US" altLang="zh-TW" sz="2400" dirty="0">
                <a:latin typeface="Arial" panose="020B0604020202020204" pitchFamily="34" charset="0"/>
              </a:rPr>
              <a:t>({}),                  // </a:t>
            </a:r>
            <a:r>
              <a:rPr lang="en-US" altLang="zh-TW" sz="2400" dirty="0" err="1">
                <a:latin typeface="Arial" panose="020B0604020202020204" pitchFamily="34" charset="0"/>
              </a:rPr>
              <a:t>formData</a:t>
            </a:r>
            <a:endParaRPr lang="en-US" altLang="zh-TW" sz="24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  mode='</a:t>
            </a:r>
            <a:r>
              <a:rPr lang="en-US" altLang="zh-TW" sz="2400" dirty="0" err="1">
                <a:latin typeface="Arial" panose="020B0604020202020204" pitchFamily="34" charset="0"/>
              </a:rPr>
              <a:t>cors</a:t>
            </a:r>
            <a:r>
              <a:rPr lang="en-US" altLang="zh-TW" sz="2400" dirty="0">
                <a:latin typeface="Arial" panose="020B0604020202020204" pitchFamily="34" charset="0"/>
              </a:rPr>
              <a:t>',                                   //same-origin</a:t>
            </a:r>
            <a:r>
              <a:rPr lang="zh-TW" altLang="en-US" sz="2400" dirty="0">
                <a:latin typeface="Arial" panose="020B0604020202020204" pitchFamily="34" charset="0"/>
              </a:rPr>
              <a:t>、</a:t>
            </a:r>
            <a:r>
              <a:rPr lang="en-US" altLang="zh-TW" sz="2400" dirty="0">
                <a:latin typeface="Arial" panose="020B0604020202020204" pitchFamily="34" charset="0"/>
              </a:rPr>
              <a:t>*</a:t>
            </a:r>
            <a:r>
              <a:rPr lang="en-US" altLang="zh-TW" sz="2400" dirty="0" err="1">
                <a:latin typeface="Arial" panose="020B0604020202020204" pitchFamily="34" charset="0"/>
              </a:rPr>
              <a:t>cors</a:t>
            </a:r>
            <a:r>
              <a:rPr lang="zh-TW" altLang="en-US" sz="2400" dirty="0">
                <a:latin typeface="Arial" panose="020B0604020202020204" pitchFamily="34" charset="0"/>
              </a:rPr>
              <a:t>、</a:t>
            </a:r>
            <a:r>
              <a:rPr lang="en-US" altLang="zh-TW" sz="2400" dirty="0">
                <a:latin typeface="Arial" panose="020B0604020202020204" pitchFamily="34" charset="0"/>
              </a:rPr>
              <a:t>no-</a:t>
            </a:r>
            <a:r>
              <a:rPr lang="en-US" altLang="zh-TW" sz="2400" dirty="0" err="1">
                <a:latin typeface="Arial" panose="020B0604020202020204" pitchFamily="34" charset="0"/>
              </a:rPr>
              <a:t>cors</a:t>
            </a:r>
            <a:endParaRPr lang="en-US" altLang="zh-TW" sz="24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  </a:t>
            </a:r>
            <a:r>
              <a:rPr lang="en-US" altLang="zh-TW" sz="2400" dirty="0" err="1">
                <a:latin typeface="Arial" panose="020B0604020202020204" pitchFamily="34" charset="0"/>
              </a:rPr>
              <a:t>credentials:'same-origin</a:t>
            </a:r>
            <a:r>
              <a:rPr lang="en-US" altLang="zh-TW" sz="2400" dirty="0">
                <a:latin typeface="Arial" panose="020B0604020202020204" pitchFamily="34" charset="0"/>
              </a:rPr>
              <a:t>',               //omit</a:t>
            </a:r>
            <a:r>
              <a:rPr lang="zh-TW" altLang="en-US" sz="2400" dirty="0">
                <a:latin typeface="Arial" panose="020B0604020202020204" pitchFamily="34" charset="0"/>
              </a:rPr>
              <a:t>、*</a:t>
            </a:r>
            <a:r>
              <a:rPr lang="en-US" altLang="zh-TW" sz="2400" dirty="0">
                <a:latin typeface="Arial" panose="020B0604020202020204" pitchFamily="34" charset="0"/>
              </a:rPr>
              <a:t>same-origin</a:t>
            </a:r>
            <a:r>
              <a:rPr lang="zh-TW" altLang="en-US" sz="2400" dirty="0">
                <a:latin typeface="Arial" panose="020B0604020202020204" pitchFamily="34" charset="0"/>
              </a:rPr>
              <a:t>、</a:t>
            </a:r>
            <a:r>
              <a:rPr lang="en-US" altLang="zh-TW" sz="2400" dirty="0">
                <a:latin typeface="Arial" panose="020B0604020202020204" pitchFamily="34" charset="0"/>
              </a:rPr>
              <a:t>include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        </a:t>
            </a:r>
            <a:r>
              <a:rPr lang="en-US" altLang="zh-TW" sz="2400" dirty="0">
                <a:latin typeface="Arial" panose="020B0604020202020204" pitchFamily="34" charset="0"/>
              </a:rPr>
              <a:t>headers:{'</a:t>
            </a:r>
            <a:r>
              <a:rPr lang="en-US" altLang="zh-TW" sz="2400" dirty="0" err="1">
                <a:latin typeface="Arial" panose="020B0604020202020204" pitchFamily="34" charset="0"/>
              </a:rPr>
              <a:t>Content-Type':'application</a:t>
            </a:r>
            <a:r>
              <a:rPr lang="en-US" altLang="zh-TW" sz="2400" dirty="0">
                <a:latin typeface="Arial" panose="020B0604020202020204" pitchFamily="34" charset="0"/>
              </a:rPr>
              <a:t>/</a:t>
            </a:r>
            <a:r>
              <a:rPr lang="en-US" altLang="zh-TW" sz="2400" dirty="0" err="1">
                <a:latin typeface="Arial" panose="020B0604020202020204" pitchFamily="34" charset="0"/>
              </a:rPr>
              <a:t>json</a:t>
            </a:r>
            <a:r>
              <a:rPr lang="en-US" altLang="zh-TW" sz="2400" dirty="0">
                <a:latin typeface="Arial" panose="020B0604020202020204" pitchFamily="34" charset="0"/>
              </a:rPr>
              <a:t>'}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   …..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}; </a:t>
            </a:r>
            <a:endParaRPr lang="zh-TW" altLang="en-US" sz="2400" dirty="0"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A273EFC-7DF4-00B2-905E-14AC6ACA0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5" y="1136112"/>
            <a:ext cx="10515599" cy="76411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Promise&lt;Response&gt; fetch(</a:t>
            </a:r>
            <a:r>
              <a:rPr lang="en-US" altLang="zh-TW" sz="2400" dirty="0" err="1">
                <a:latin typeface="Arial" panose="020B0604020202020204" pitchFamily="34" charset="0"/>
              </a:rPr>
              <a:t>RequestInfo</a:t>
            </a:r>
            <a:r>
              <a:rPr lang="en-US" altLang="zh-TW" sz="2400" dirty="0">
                <a:latin typeface="Arial" panose="020B0604020202020204" pitchFamily="34" charset="0"/>
              </a:rPr>
              <a:t> input, optional </a:t>
            </a:r>
            <a:r>
              <a:rPr lang="en-US" altLang="zh-TW" sz="2400" b="1" dirty="0" err="1">
                <a:solidFill>
                  <a:srgbClr val="FF0000"/>
                </a:solidFill>
                <a:latin typeface="Arial" panose="020B0604020202020204" pitchFamily="34" charset="0"/>
              </a:rPr>
              <a:t>RequestInit</a:t>
            </a:r>
            <a:r>
              <a:rPr lang="en-US" altLang="zh-TW" sz="2400" b="1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TW" sz="2400" b="1" dirty="0" err="1">
                <a:solidFill>
                  <a:srgbClr val="FF0000"/>
                </a:solidFill>
                <a:latin typeface="Arial" panose="020B0604020202020204" pitchFamily="34" charset="0"/>
              </a:rPr>
              <a:t>init</a:t>
            </a:r>
            <a:r>
              <a:rPr lang="en-US" altLang="zh-TW" sz="2400" b="1" dirty="0">
                <a:solidFill>
                  <a:srgbClr val="FF0000"/>
                </a:solidFill>
                <a:latin typeface="Arial" panose="020B0604020202020204" pitchFamily="34" charset="0"/>
              </a:rPr>
              <a:t> = {}</a:t>
            </a:r>
            <a:r>
              <a:rPr lang="en-US" altLang="zh-TW" sz="2400" dirty="0">
                <a:latin typeface="Arial" panose="020B0604020202020204" pitchFamily="34" charset="0"/>
              </a:rPr>
              <a:t>);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F20CF35-9945-DB07-01CF-7940D6CEFE65}"/>
              </a:ext>
            </a:extLst>
          </p:cNvPr>
          <p:cNvSpPr txBox="1"/>
          <p:nvPr/>
        </p:nvSpPr>
        <p:spPr>
          <a:xfrm>
            <a:off x="3961891" y="6342030"/>
            <a:ext cx="4268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https://fetch.spec.whatwg.org/#requestinit</a:t>
            </a:r>
          </a:p>
        </p:txBody>
      </p:sp>
    </p:spTree>
    <p:extLst>
      <p:ext uri="{BB962C8B-B14F-4D97-AF65-F5344CB8AC3E}">
        <p14:creationId xmlns:p14="http://schemas.microsoft.com/office/powerpoint/2010/main" val="325491575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6F97AB-D364-0E27-C553-10A962A95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傳送 </a:t>
            </a:r>
            <a:r>
              <a:rPr lang="en-US" altLang="zh-TW" dirty="0" err="1"/>
              <a:t>FormData</a:t>
            </a:r>
            <a:r>
              <a:rPr lang="en-US" altLang="zh-TW" dirty="0"/>
              <a:t> </a:t>
            </a:r>
            <a:r>
              <a:rPr lang="zh-TW" altLang="en-US" dirty="0"/>
              <a:t>給</a:t>
            </a:r>
            <a:r>
              <a:rPr lang="en-US" altLang="zh-TW" dirty="0"/>
              <a:t>API – HTTP POST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017BC27-1EEC-6CED-E482-ED84BAE685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829B008-B164-967C-F6BA-58FD7E04F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77</a:t>
            </a:fld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0F217D-79C0-7AC5-80E7-6C2FAA9C8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1514168"/>
            <a:ext cx="10515599" cy="382966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const </a:t>
            </a:r>
            <a:r>
              <a:rPr lang="en-US" altLang="zh-TW" sz="2400" dirty="0" err="1">
                <a:latin typeface="Arial" panose="020B0604020202020204" pitchFamily="34" charset="0"/>
              </a:rPr>
              <a:t>formData</a:t>
            </a:r>
            <a:r>
              <a:rPr lang="en-US" altLang="zh-TW" sz="2400" dirty="0">
                <a:latin typeface="Arial" panose="020B0604020202020204" pitchFamily="34" charset="0"/>
              </a:rPr>
              <a:t> = new </a:t>
            </a:r>
            <a:r>
              <a:rPr lang="en-US" altLang="zh-TW" sz="2400" dirty="0" err="1">
                <a:latin typeface="Arial" panose="020B0604020202020204" pitchFamily="34" charset="0"/>
              </a:rPr>
              <a:t>FormData</a:t>
            </a:r>
            <a:r>
              <a:rPr lang="en-US" altLang="zh-TW" sz="2400" dirty="0">
                <a:latin typeface="Arial" panose="020B0604020202020204" pitchFamily="34" charset="0"/>
              </a:rPr>
              <a:t>(</a:t>
            </a:r>
            <a:r>
              <a:rPr lang="en-US" altLang="zh-TW" sz="2400" dirty="0" err="1">
                <a:latin typeface="Arial" panose="020B0604020202020204" pitchFamily="34" charset="0"/>
              </a:rPr>
              <a:t>document.querySelector</a:t>
            </a:r>
            <a:r>
              <a:rPr lang="en-US" altLang="zh-TW" sz="2400" dirty="0">
                <a:latin typeface="Arial" panose="020B0604020202020204" pitchFamily="34" charset="0"/>
              </a:rPr>
              <a:t>('#</a:t>
            </a:r>
            <a:r>
              <a:rPr lang="en-US" altLang="zh-TW" sz="2400" dirty="0" err="1">
                <a:latin typeface="Arial" panose="020B0604020202020204" pitchFamily="34" charset="0"/>
              </a:rPr>
              <a:t>userForm</a:t>
            </a:r>
            <a:r>
              <a:rPr lang="en-US" altLang="zh-TW" sz="2400" dirty="0">
                <a:latin typeface="Arial" panose="020B0604020202020204" pitchFamily="34" charset="0"/>
              </a:rPr>
              <a:t>'));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const response = await fetch(</a:t>
            </a:r>
            <a:r>
              <a:rPr lang="en-US" altLang="zh-TW" sz="2400" dirty="0" err="1">
                <a:latin typeface="Arial" panose="020B0604020202020204" pitchFamily="34" charset="0"/>
              </a:rPr>
              <a:t>apiUrl</a:t>
            </a:r>
            <a:r>
              <a:rPr lang="en-US" altLang="zh-TW" sz="2400" dirty="0">
                <a:latin typeface="Arial" panose="020B0604020202020204" pitchFamily="34" charset="0"/>
              </a:rPr>
              <a:t>,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        </a:t>
            </a:r>
            <a:r>
              <a:rPr lang="en-US" altLang="zh-TW" sz="2400" dirty="0" err="1">
                <a:latin typeface="Arial" panose="020B0604020202020204" pitchFamily="34" charset="0"/>
              </a:rPr>
              <a:t>body:formData</a:t>
            </a:r>
            <a:r>
              <a:rPr lang="en-US" altLang="zh-TW" sz="2400" dirty="0">
                <a:latin typeface="Arial" panose="020B0604020202020204" pitchFamily="34" charset="0"/>
              </a:rPr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        </a:t>
            </a:r>
            <a:r>
              <a:rPr lang="en-US" altLang="zh-TW" sz="2400" dirty="0" err="1">
                <a:latin typeface="Arial" panose="020B0604020202020204" pitchFamily="34" charset="0"/>
              </a:rPr>
              <a:t>method:'POST</a:t>
            </a:r>
            <a:r>
              <a:rPr lang="en-US" altLang="zh-TW" sz="2400" dirty="0">
                <a:latin typeface="Arial" panose="020B0604020202020204" pitchFamily="34" charset="0"/>
              </a:rPr>
              <a:t>',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})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const data = await </a:t>
            </a:r>
            <a:r>
              <a:rPr lang="en-US" altLang="zh-TW" sz="2400" dirty="0" err="1">
                <a:latin typeface="Arial" panose="020B0604020202020204" pitchFamily="34" charset="0"/>
              </a:rPr>
              <a:t>response.json</a:t>
            </a:r>
            <a:r>
              <a:rPr lang="en-US" altLang="zh-TW" sz="2400" dirty="0">
                <a:latin typeface="Arial" panose="020B0604020202020204" pitchFamily="34" charset="0"/>
              </a:rPr>
              <a:t>()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21521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7EEEFA-6965-9F67-98A9-F87B3D7C3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傳送 </a:t>
            </a:r>
            <a:r>
              <a:rPr lang="en-US" altLang="zh-TW" dirty="0"/>
              <a:t>JSON</a:t>
            </a:r>
            <a:r>
              <a:rPr lang="zh-TW" altLang="en-US" dirty="0"/>
              <a:t> 資料給 </a:t>
            </a:r>
            <a:r>
              <a:rPr lang="en-US" altLang="zh-TW" dirty="0"/>
              <a:t>API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B0C2D12-EBA2-25C3-B533-06B999588FE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9751ACA-8930-E96A-4729-17E752D19F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78</a:t>
            </a:fld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9F5AA5-D647-2930-05F7-7B26AE04D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1514168"/>
            <a:ext cx="10784841" cy="353535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const response = await fetch(</a:t>
            </a:r>
            <a:r>
              <a:rPr lang="en-US" altLang="zh-TW" sz="2400" dirty="0" err="1">
                <a:latin typeface="Arial" panose="020B0604020202020204" pitchFamily="34" charset="0"/>
              </a:rPr>
              <a:t>apiUrl</a:t>
            </a:r>
            <a:r>
              <a:rPr lang="en-US" altLang="zh-TW" sz="2400" dirty="0">
                <a:latin typeface="Arial" panose="020B0604020202020204" pitchFamily="34" charset="0"/>
              </a:rPr>
              <a:t>,{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'</a:t>
            </a:r>
            <a:r>
              <a:rPr lang="en-US" altLang="zh-TW" sz="2400" dirty="0" err="1">
                <a:latin typeface="Arial" panose="020B0604020202020204" pitchFamily="34" charset="0"/>
              </a:rPr>
              <a:t>method':'POST</a:t>
            </a:r>
            <a:r>
              <a:rPr lang="en-US" altLang="zh-TW" sz="2400" dirty="0">
                <a:latin typeface="Arial" panose="020B0604020202020204" pitchFamily="34" charset="0"/>
              </a:rPr>
              <a:t>',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'body': </a:t>
            </a:r>
            <a:r>
              <a:rPr lang="en-US" altLang="zh-TW" sz="2400" dirty="0" err="1">
                <a:latin typeface="Arial" panose="020B0604020202020204" pitchFamily="34" charset="0"/>
              </a:rPr>
              <a:t>JSON.stringify</a:t>
            </a:r>
            <a:r>
              <a:rPr lang="en-US" altLang="zh-TW" sz="2400" dirty="0">
                <a:latin typeface="Arial" panose="020B0604020202020204" pitchFamily="34" charset="0"/>
              </a:rPr>
              <a:t>(</a:t>
            </a:r>
            <a:r>
              <a:rPr lang="en-US" altLang="zh-TW" sz="2400" dirty="0" err="1">
                <a:latin typeface="Arial" panose="020B0604020202020204" pitchFamily="34" charset="0"/>
              </a:rPr>
              <a:t>searchData</a:t>
            </a:r>
            <a:r>
              <a:rPr lang="en-US" altLang="zh-TW" sz="2400" dirty="0">
                <a:latin typeface="Arial" panose="020B0604020202020204" pitchFamily="34" charset="0"/>
              </a:rPr>
              <a:t>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'headers':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   '</a:t>
            </a:r>
            <a:r>
              <a:rPr lang="en-US" altLang="zh-TW" sz="2400" dirty="0" err="1">
                <a:latin typeface="Arial" panose="020B0604020202020204" pitchFamily="34" charset="0"/>
              </a:rPr>
              <a:t>Content-Type':'application</a:t>
            </a:r>
            <a:r>
              <a:rPr lang="en-US" altLang="zh-TW" sz="2400" dirty="0">
                <a:latin typeface="Arial" panose="020B0604020202020204" pitchFamily="34" charset="0"/>
              </a:rPr>
              <a:t>/</a:t>
            </a:r>
            <a:r>
              <a:rPr lang="en-US" altLang="zh-TW" sz="2400" dirty="0" err="1">
                <a:latin typeface="Arial" panose="020B0604020202020204" pitchFamily="34" charset="0"/>
              </a:rPr>
              <a:t>json</a:t>
            </a:r>
            <a:r>
              <a:rPr lang="en-US" altLang="zh-TW" sz="2400" dirty="0">
                <a:latin typeface="Arial" panose="020B0604020202020204" pitchFamily="34" charset="0"/>
              </a:rPr>
              <a:t>'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})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const spots = await </a:t>
            </a:r>
            <a:r>
              <a:rPr lang="en-US" altLang="zh-TW" sz="2400" dirty="0" err="1">
                <a:latin typeface="Arial" panose="020B0604020202020204" pitchFamily="34" charset="0"/>
              </a:rPr>
              <a:t>response.json</a:t>
            </a:r>
            <a:r>
              <a:rPr lang="en-US" altLang="zh-TW" sz="2400" dirty="0">
                <a:latin typeface="Arial" panose="020B0604020202020204" pitchFamily="34" charset="0"/>
              </a:rPr>
              <a:t>()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C2E6722-5457-91A3-DBEB-635784AE48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6456"/>
          <a:stretch/>
        </p:blipFill>
        <p:spPr>
          <a:xfrm>
            <a:off x="838199" y="5156471"/>
            <a:ext cx="10737696" cy="1519452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54FDF246-BCF7-8DBB-5522-3C9A3D275EC2}"/>
              </a:ext>
            </a:extLst>
          </p:cNvPr>
          <p:cNvSpPr txBox="1"/>
          <p:nvPr/>
        </p:nvSpPr>
        <p:spPr>
          <a:xfrm>
            <a:off x="8527895" y="2396758"/>
            <a:ext cx="3048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dirty="0">
                <a:latin typeface="Arial" panose="020B0604020202020204" pitchFamily="34" charset="0"/>
              </a:rPr>
              <a:t>c</a:t>
            </a:r>
            <a:r>
              <a:rPr lang="en-US" altLang="zh-TW" sz="1800" dirty="0">
                <a:latin typeface="Arial" panose="020B0604020202020204" pitchFamily="34" charset="0"/>
              </a:rPr>
              <a:t>onst </a:t>
            </a:r>
            <a:r>
              <a:rPr lang="en-US" altLang="zh-TW" sz="1800" dirty="0" err="1">
                <a:latin typeface="Arial" panose="020B0604020202020204" pitchFamily="34" charset="0"/>
              </a:rPr>
              <a:t>searchData</a:t>
            </a:r>
            <a:r>
              <a:rPr lang="en-US" altLang="zh-TW" sz="1800" dirty="0">
                <a:latin typeface="Arial" panose="020B0604020202020204" pitchFamily="34" charset="0"/>
              </a:rPr>
              <a:t> =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>
                <a:latin typeface="Arial" panose="020B0604020202020204" pitchFamily="34" charset="0"/>
              </a:rPr>
              <a:t>  "</a:t>
            </a:r>
            <a:r>
              <a:rPr lang="en-US" altLang="zh-TW" sz="1800" dirty="0" err="1">
                <a:latin typeface="Arial" panose="020B0604020202020204" pitchFamily="34" charset="0"/>
              </a:rPr>
              <a:t>categoryId</a:t>
            </a:r>
            <a:r>
              <a:rPr lang="en-US" altLang="zh-TW" sz="1800" dirty="0">
                <a:latin typeface="Arial" panose="020B0604020202020204" pitchFamily="34" charset="0"/>
              </a:rPr>
              <a:t>": 0,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>
                <a:latin typeface="Arial" panose="020B0604020202020204" pitchFamily="34" charset="0"/>
              </a:rPr>
              <a:t>  “keyword”: "</a:t>
            </a:r>
            <a:r>
              <a:rPr lang="zh-TW" altLang="en-US" sz="1800" dirty="0">
                <a:latin typeface="Arial" panose="020B0604020202020204" pitchFamily="34" charset="0"/>
              </a:rPr>
              <a:t>北投</a:t>
            </a:r>
            <a:r>
              <a:rPr lang="en-US" altLang="zh-TW" sz="1800" dirty="0">
                <a:latin typeface="Arial" panose="020B0604020202020204" pitchFamily="34" charset="0"/>
              </a:rPr>
              <a:t>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>
                <a:latin typeface="Arial" panose="020B0604020202020204" pitchFamily="34" charset="0"/>
              </a:rPr>
              <a:t>  "page": 1,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>
                <a:latin typeface="Arial" panose="020B0604020202020204" pitchFamily="34" charset="0"/>
              </a:rPr>
              <a:t>  "</a:t>
            </a:r>
            <a:r>
              <a:rPr lang="en-US" altLang="zh-TW" sz="1800" dirty="0" err="1">
                <a:latin typeface="Arial" panose="020B0604020202020204" pitchFamily="34" charset="0"/>
              </a:rPr>
              <a:t>pageSize</a:t>
            </a:r>
            <a:r>
              <a:rPr lang="en-US" altLang="zh-TW" sz="1800" dirty="0">
                <a:latin typeface="Arial" panose="020B0604020202020204" pitchFamily="34" charset="0"/>
              </a:rPr>
              <a:t>": 9,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>
                <a:latin typeface="Arial" panose="020B0604020202020204" pitchFamily="34" charset="0"/>
              </a:rPr>
              <a:t>  "</a:t>
            </a:r>
            <a:r>
              <a:rPr lang="en-US" altLang="zh-TW" sz="1800" dirty="0" err="1">
                <a:latin typeface="Arial" panose="020B0604020202020204" pitchFamily="34" charset="0"/>
              </a:rPr>
              <a:t>sortType</a:t>
            </a:r>
            <a:r>
              <a:rPr lang="en-US" altLang="zh-TW" sz="1800" dirty="0">
                <a:latin typeface="Arial" panose="020B0604020202020204" pitchFamily="34" charset="0"/>
              </a:rPr>
              <a:t>": "</a:t>
            </a:r>
            <a:r>
              <a:rPr lang="en-US" altLang="zh-TW" sz="1800" dirty="0" err="1">
                <a:latin typeface="Arial" panose="020B0604020202020204" pitchFamily="34" charset="0"/>
              </a:rPr>
              <a:t>asc</a:t>
            </a:r>
            <a:r>
              <a:rPr lang="en-US" altLang="zh-TW" sz="1800" dirty="0">
                <a:latin typeface="Arial" panose="020B0604020202020204" pitchFamily="34" charset="0"/>
              </a:rPr>
              <a:t>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>
                <a:latin typeface="Arial" panose="020B0604020202020204" pitchFamily="34" charset="0"/>
              </a:rPr>
              <a:t>  "</a:t>
            </a:r>
            <a:r>
              <a:rPr lang="en-US" altLang="zh-TW" sz="1800" dirty="0" err="1">
                <a:latin typeface="Arial" panose="020B0604020202020204" pitchFamily="34" charset="0"/>
              </a:rPr>
              <a:t>sortBy</a:t>
            </a:r>
            <a:r>
              <a:rPr lang="en-US" altLang="zh-TW" sz="1800" dirty="0">
                <a:latin typeface="Arial" panose="020B0604020202020204" pitchFamily="34" charset="0"/>
              </a:rPr>
              <a:t>": ""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>
                <a:latin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3675729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Blocked by CORS policy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79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3741C81-DAEA-D7EA-A944-D21A42B94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49" y="2534925"/>
            <a:ext cx="10883899" cy="121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36259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如何取得別的網域的資料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80</a:t>
            </a:fld>
            <a:endParaRPr lang="zh-TW" altLang="en-US"/>
          </a:p>
        </p:txBody>
      </p:sp>
      <p:pic>
        <p:nvPicPr>
          <p:cNvPr id="5" name="Picture 8" descr="diagram shows Browser, Domain A, and Domain 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009" y="1336282"/>
            <a:ext cx="9530697" cy="482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649120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同源政策 </a:t>
            </a:r>
            <a:r>
              <a:rPr lang="en-US" altLang="zh-TW" dirty="0"/>
              <a:t>Same Origin Policy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TW" altLang="en-US" dirty="0"/>
              <a:t>基於安全性的理由</a:t>
            </a:r>
            <a:r>
              <a:rPr lang="en-US" altLang="zh-TW" dirty="0"/>
              <a:t>,</a:t>
            </a:r>
            <a:r>
              <a:rPr lang="zh-TW" altLang="en-US" dirty="0"/>
              <a:t>限制瀏覽器端的程式</a:t>
            </a:r>
            <a:r>
              <a:rPr lang="en-US" altLang="zh-TW" dirty="0"/>
              <a:t>,</a:t>
            </a:r>
            <a:r>
              <a:rPr lang="zh-TW" altLang="en-US" dirty="0"/>
              <a:t>例如</a:t>
            </a:r>
            <a:r>
              <a:rPr lang="en-US" altLang="zh-TW" dirty="0"/>
              <a:t>JavaScript</a:t>
            </a:r>
            <a:r>
              <a:rPr lang="zh-TW" altLang="en-US" dirty="0"/>
              <a:t>不能請求來源不同的資料，但是對於</a:t>
            </a:r>
            <a:r>
              <a:rPr lang="en-US" altLang="zh-TW" dirty="0"/>
              <a:t>HTML </a:t>
            </a:r>
            <a:r>
              <a:rPr lang="zh-TW" altLang="en-US" dirty="0"/>
              <a:t>標籤</a:t>
            </a:r>
            <a:r>
              <a:rPr lang="en-US" altLang="zh-TW" dirty="0"/>
              <a:t>(Tag) </a:t>
            </a:r>
            <a:r>
              <a:rPr lang="zh-TW" altLang="en-US" dirty="0"/>
              <a:t>沒有此限制</a:t>
            </a:r>
          </a:p>
          <a:p>
            <a:endParaRPr lang="zh-TW" altLang="en-US" dirty="0"/>
          </a:p>
          <a:p>
            <a:r>
              <a:rPr lang="zh-TW" altLang="en-US" dirty="0"/>
              <a:t>這裡所講的</a:t>
            </a:r>
            <a:r>
              <a:rPr lang="en-US" altLang="zh-TW" dirty="0"/>
              <a:t>[</a:t>
            </a:r>
            <a:r>
              <a:rPr lang="zh-TW" altLang="en-US" dirty="0"/>
              <a:t>來源</a:t>
            </a:r>
            <a:r>
              <a:rPr lang="en-US" altLang="zh-TW" dirty="0"/>
              <a:t>]</a:t>
            </a:r>
            <a:r>
              <a:rPr lang="zh-TW" altLang="en-US" dirty="0"/>
              <a:t>，指的是網域</a:t>
            </a:r>
            <a:r>
              <a:rPr lang="en-US" altLang="zh-TW" dirty="0"/>
              <a:t>(</a:t>
            </a:r>
            <a:r>
              <a:rPr lang="zh-TW" altLang="en-US" dirty="0"/>
              <a:t>網址</a:t>
            </a:r>
            <a:r>
              <a:rPr lang="en-US" altLang="zh-TW" dirty="0"/>
              <a:t>)</a:t>
            </a:r>
          </a:p>
          <a:p>
            <a:pPr marL="457200" lvl="1" indent="0">
              <a:buNone/>
            </a:pPr>
            <a:r>
              <a:rPr lang="en-US" altLang="zh-TW" dirty="0"/>
              <a:t>http://www.iiiedu.org.tw:80/course</a:t>
            </a:r>
          </a:p>
          <a:p>
            <a:pPr marL="457200" lvl="1" indent="0">
              <a:buNone/>
            </a:pPr>
            <a:r>
              <a:rPr lang="en-US" altLang="zh-TW" dirty="0"/>
              <a:t>protocol/://</a:t>
            </a:r>
            <a:r>
              <a:rPr lang="en-US" altLang="zh-TW" dirty="0" err="1"/>
              <a:t>host.domain:port</a:t>
            </a:r>
            <a:r>
              <a:rPr lang="en-US" altLang="zh-TW" dirty="0"/>
              <a:t>/path</a:t>
            </a:r>
          </a:p>
          <a:p>
            <a:endParaRPr lang="en-US" altLang="zh-TW" dirty="0"/>
          </a:p>
          <a:p>
            <a:r>
              <a:rPr lang="zh-TW" altLang="en-US" dirty="0"/>
              <a:t>只要</a:t>
            </a:r>
            <a:r>
              <a:rPr lang="en-US" altLang="zh-TW" dirty="0" err="1"/>
              <a:t>protocol,host.domain</a:t>
            </a:r>
            <a:r>
              <a:rPr lang="en-US" altLang="zh-TW" dirty="0"/>
              <a:t>, port </a:t>
            </a:r>
            <a:r>
              <a:rPr lang="zh-TW" altLang="en-US" dirty="0"/>
              <a:t>有一項不同</a:t>
            </a:r>
            <a:r>
              <a:rPr lang="en-US" altLang="zh-TW" dirty="0"/>
              <a:t>,</a:t>
            </a:r>
            <a:r>
              <a:rPr lang="zh-TW" altLang="en-US" dirty="0"/>
              <a:t>即為不同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81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125688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相同或不同網域範例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82</a:t>
            </a:fld>
            <a:endParaRPr lang="zh-TW" altLang="en-US"/>
          </a:p>
        </p:txBody>
      </p:sp>
      <p:graphicFrame>
        <p:nvGraphicFramePr>
          <p:cNvPr id="5" name="內容版面配置區 4"/>
          <p:cNvGraphicFramePr>
            <a:graphicFrameLocks/>
          </p:cNvGraphicFramePr>
          <p:nvPr/>
        </p:nvGraphicFramePr>
        <p:xfrm>
          <a:off x="1318013" y="1548132"/>
          <a:ext cx="9555973" cy="5179810"/>
        </p:xfrm>
        <a:graphic>
          <a:graphicData uri="http://schemas.openxmlformats.org/drawingml/2006/table">
            <a:tbl>
              <a:tblPr/>
              <a:tblGrid>
                <a:gridCol w="4939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06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5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2485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effectLst/>
                        </a:rPr>
                        <a:t>Compared URL</a:t>
                      </a:r>
                    </a:p>
                  </a:txBody>
                  <a:tcPr marL="85387" marR="85387" marT="42708" marB="4270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>
                          <a:effectLst/>
                        </a:rPr>
                        <a:t>Outcome</a:t>
                      </a:r>
                    </a:p>
                  </a:txBody>
                  <a:tcPr marL="85387" marR="85387" marT="42708" marB="4270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>
                          <a:effectLst/>
                        </a:rPr>
                        <a:t>Reason</a:t>
                      </a:r>
                    </a:p>
                  </a:txBody>
                  <a:tcPr marL="85387" marR="85387" marT="42708" marB="4270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1078">
                <a:tc>
                  <a:txBody>
                    <a:bodyPr/>
                    <a:lstStyle/>
                    <a:p>
                      <a:r>
                        <a:rPr lang="en-US" sz="1700" b="1" dirty="0">
                          <a:effectLst/>
                        </a:rPr>
                        <a:t>httpː//www.example.com</a:t>
                      </a:r>
                      <a:r>
                        <a:rPr lang="en-US" sz="1700" dirty="0">
                          <a:effectLst/>
                        </a:rPr>
                        <a:t>/dir/page.html</a:t>
                      </a:r>
                    </a:p>
                  </a:txBody>
                  <a:tcPr marL="85387" marR="85387" marT="42708" marB="4270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>
                          <a:solidFill>
                            <a:srgbClr val="000000"/>
                          </a:solidFill>
                          <a:effectLst/>
                        </a:rPr>
                        <a:t>Success</a:t>
                      </a:r>
                    </a:p>
                  </a:txBody>
                  <a:tcPr marL="85387" marR="85387" marT="42708" marB="4270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FF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effectLst/>
                        </a:rPr>
                        <a:t>Same protocol and host</a:t>
                      </a:r>
                    </a:p>
                  </a:txBody>
                  <a:tcPr marL="85387" marR="85387" marT="42708" marB="4270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1078">
                <a:tc>
                  <a:txBody>
                    <a:bodyPr/>
                    <a:lstStyle/>
                    <a:p>
                      <a:r>
                        <a:rPr lang="en-US" sz="1700" b="1" dirty="0">
                          <a:effectLst/>
                        </a:rPr>
                        <a:t>httpː//www.example.com</a:t>
                      </a:r>
                      <a:r>
                        <a:rPr lang="en-US" sz="1700" dirty="0">
                          <a:effectLst/>
                        </a:rPr>
                        <a:t>/dir2/other.html</a:t>
                      </a:r>
                    </a:p>
                  </a:txBody>
                  <a:tcPr marL="85387" marR="85387" marT="42708" marB="4270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dirty="0">
                          <a:solidFill>
                            <a:srgbClr val="000000"/>
                          </a:solidFill>
                          <a:effectLst/>
                        </a:rPr>
                        <a:t>Success</a:t>
                      </a:r>
                    </a:p>
                  </a:txBody>
                  <a:tcPr marL="85387" marR="85387" marT="42708" marB="4270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FF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</a:rPr>
                        <a:t>Same protocol and host</a:t>
                      </a:r>
                    </a:p>
                  </a:txBody>
                  <a:tcPr marL="85387" marR="85387" marT="42708" marB="4270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7671">
                <a:tc>
                  <a:txBody>
                    <a:bodyPr/>
                    <a:lstStyle/>
                    <a:p>
                      <a:r>
                        <a:rPr lang="en-US" sz="1700" dirty="0">
                          <a:effectLst/>
                        </a:rPr>
                        <a:t>httpː//www.example.com:</a:t>
                      </a:r>
                      <a:r>
                        <a:rPr lang="en-US" sz="1700" b="1" dirty="0">
                          <a:effectLst/>
                        </a:rPr>
                        <a:t>81</a:t>
                      </a:r>
                      <a:r>
                        <a:rPr lang="en-US" sz="1700" dirty="0">
                          <a:effectLst/>
                        </a:rPr>
                        <a:t>/dir/other.html</a:t>
                      </a:r>
                    </a:p>
                  </a:txBody>
                  <a:tcPr marL="85387" marR="85387" marT="42708" marB="4270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>
                          <a:solidFill>
                            <a:srgbClr val="000000"/>
                          </a:solidFill>
                          <a:effectLst/>
                        </a:rPr>
                        <a:t>Failure</a:t>
                      </a:r>
                    </a:p>
                  </a:txBody>
                  <a:tcPr marL="85387" marR="85387" marT="42708" marB="4270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</a:rPr>
                        <a:t>Same protocol and host but different port</a:t>
                      </a:r>
                    </a:p>
                  </a:txBody>
                  <a:tcPr marL="85387" marR="85387" marT="42708" marB="4270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1078">
                <a:tc>
                  <a:txBody>
                    <a:bodyPr/>
                    <a:lstStyle/>
                    <a:p>
                      <a:r>
                        <a:rPr lang="en-US" sz="1700" b="1" dirty="0">
                          <a:effectLst/>
                        </a:rPr>
                        <a:t>https</a:t>
                      </a:r>
                      <a:r>
                        <a:rPr lang="en-US" sz="1700" dirty="0">
                          <a:effectLst/>
                        </a:rPr>
                        <a:t>://www.example.com/dir/other.html</a:t>
                      </a:r>
                    </a:p>
                  </a:txBody>
                  <a:tcPr marL="85387" marR="85387" marT="42708" marB="4270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>
                          <a:solidFill>
                            <a:srgbClr val="000000"/>
                          </a:solidFill>
                          <a:effectLst/>
                        </a:rPr>
                        <a:t>Failure</a:t>
                      </a:r>
                    </a:p>
                  </a:txBody>
                  <a:tcPr marL="85387" marR="85387" marT="42708" marB="4270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</a:rPr>
                        <a:t>Different protocol</a:t>
                      </a:r>
                    </a:p>
                  </a:txBody>
                  <a:tcPr marL="85387" marR="85387" marT="42708" marB="4270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1078">
                <a:tc>
                  <a:txBody>
                    <a:bodyPr/>
                    <a:lstStyle/>
                    <a:p>
                      <a:r>
                        <a:rPr lang="en-US" sz="1700" dirty="0">
                          <a:effectLst/>
                        </a:rPr>
                        <a:t>http://</a:t>
                      </a:r>
                      <a:r>
                        <a:rPr lang="en-US" sz="1700" b="1" dirty="0">
                          <a:effectLst/>
                        </a:rPr>
                        <a:t>en.example.com</a:t>
                      </a:r>
                      <a:r>
                        <a:rPr lang="en-US" sz="1700" dirty="0">
                          <a:effectLst/>
                        </a:rPr>
                        <a:t>/dir/other.html</a:t>
                      </a:r>
                    </a:p>
                  </a:txBody>
                  <a:tcPr marL="85387" marR="85387" marT="42708" marB="4270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>
                          <a:solidFill>
                            <a:srgbClr val="000000"/>
                          </a:solidFill>
                          <a:effectLst/>
                        </a:rPr>
                        <a:t>Failure</a:t>
                      </a:r>
                    </a:p>
                  </a:txBody>
                  <a:tcPr marL="85387" marR="85387" marT="42708" marB="4270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</a:rPr>
                        <a:t>Different host</a:t>
                      </a:r>
                    </a:p>
                  </a:txBody>
                  <a:tcPr marL="85387" marR="85387" marT="42708" marB="4270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7671">
                <a:tc>
                  <a:txBody>
                    <a:bodyPr/>
                    <a:lstStyle/>
                    <a:p>
                      <a:r>
                        <a:rPr lang="en-US" sz="1700" dirty="0">
                          <a:effectLst/>
                        </a:rPr>
                        <a:t>http://</a:t>
                      </a:r>
                      <a:r>
                        <a:rPr lang="en-US" sz="1700" b="1" dirty="0">
                          <a:effectLst/>
                        </a:rPr>
                        <a:t>example.com</a:t>
                      </a:r>
                      <a:r>
                        <a:rPr lang="en-US" sz="1700" dirty="0">
                          <a:effectLst/>
                        </a:rPr>
                        <a:t>/dir/other.html</a:t>
                      </a:r>
                    </a:p>
                  </a:txBody>
                  <a:tcPr marL="85387" marR="85387" marT="42708" marB="4270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>
                          <a:solidFill>
                            <a:srgbClr val="000000"/>
                          </a:solidFill>
                          <a:effectLst/>
                        </a:rPr>
                        <a:t>Failure</a:t>
                      </a:r>
                    </a:p>
                  </a:txBody>
                  <a:tcPr marL="85387" marR="85387" marT="42708" marB="4270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</a:rPr>
                        <a:t>Different host (exact match required)</a:t>
                      </a:r>
                    </a:p>
                  </a:txBody>
                  <a:tcPr marL="85387" marR="85387" marT="42708" marB="4270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7671">
                <a:tc>
                  <a:txBody>
                    <a:bodyPr/>
                    <a:lstStyle/>
                    <a:p>
                      <a:r>
                        <a:rPr lang="en-US" sz="1700" dirty="0">
                          <a:effectLst/>
                        </a:rPr>
                        <a:t>http://</a:t>
                      </a:r>
                      <a:r>
                        <a:rPr lang="en-US" sz="1700" b="1" dirty="0">
                          <a:effectLst/>
                        </a:rPr>
                        <a:t>v2.www.example.com</a:t>
                      </a:r>
                      <a:r>
                        <a:rPr lang="en-US" sz="1700" dirty="0">
                          <a:effectLst/>
                        </a:rPr>
                        <a:t>/dir/other.html</a:t>
                      </a:r>
                    </a:p>
                  </a:txBody>
                  <a:tcPr marL="85387" marR="85387" marT="42708" marB="4270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>
                          <a:solidFill>
                            <a:srgbClr val="000000"/>
                          </a:solidFill>
                          <a:effectLst/>
                        </a:rPr>
                        <a:t>Failure</a:t>
                      </a:r>
                    </a:p>
                  </a:txBody>
                  <a:tcPr marL="85387" marR="85387" marT="42708" marB="4270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effectLst/>
                        </a:rPr>
                        <a:t>Different host (exact match required)</a:t>
                      </a:r>
                    </a:p>
                  </a:txBody>
                  <a:tcPr marL="85387" marR="85387" marT="42708" marB="42708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BB21AD72-E36B-0B70-1391-A3223D486115}"/>
              </a:ext>
            </a:extLst>
          </p:cNvPr>
          <p:cNvSpPr txBox="1"/>
          <p:nvPr/>
        </p:nvSpPr>
        <p:spPr>
          <a:xfrm>
            <a:off x="1318012" y="1059934"/>
            <a:ext cx="76939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 dirty="0">
                <a:effectLst/>
              </a:rPr>
              <a:t>Origin</a:t>
            </a:r>
            <a:r>
              <a:rPr lang="zh-TW" altLang="en-US" sz="2400" b="1" dirty="0">
                <a:effectLst/>
              </a:rPr>
              <a:t>：</a:t>
            </a:r>
            <a:r>
              <a:rPr lang="en-US" altLang="zh-TW" sz="2400" b="1" dirty="0">
                <a:effectLst/>
              </a:rPr>
              <a:t>httpː//www.example.com/dir/page.html</a:t>
            </a:r>
          </a:p>
        </p:txBody>
      </p:sp>
    </p:spTree>
    <p:extLst>
      <p:ext uri="{BB962C8B-B14F-4D97-AF65-F5344CB8AC3E}">
        <p14:creationId xmlns:p14="http://schemas.microsoft.com/office/powerpoint/2010/main" val="156388786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怎麼做</a:t>
            </a:r>
            <a:r>
              <a:rPr lang="en-US" altLang="zh-TW" dirty="0"/>
              <a:t>?</a:t>
            </a:r>
            <a:r>
              <a:rPr lang="zh-TW" altLang="en-US" dirty="0"/>
              <a:t>讓</a:t>
            </a:r>
            <a:r>
              <a:rPr lang="en-US" altLang="zh-TW" dirty="0"/>
              <a:t>JavaScript</a:t>
            </a:r>
            <a:r>
              <a:rPr lang="zh-TW" altLang="en-US" dirty="0"/>
              <a:t>跨網域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TW" altLang="en-US" dirty="0"/>
              <a:t>跨來源資源共享</a:t>
            </a:r>
            <a:r>
              <a:rPr lang="en-US" altLang="zh-TW" dirty="0"/>
              <a:t>(CORS) Cross-Origin Resource Sharing</a:t>
            </a:r>
          </a:p>
          <a:p>
            <a:pPr lvl="1"/>
            <a:r>
              <a:rPr lang="zh-TW" altLang="en-US" dirty="0"/>
              <a:t>允許</a:t>
            </a:r>
            <a:r>
              <a:rPr lang="en-US" altLang="zh-TW" dirty="0"/>
              <a:t>Client</a:t>
            </a:r>
            <a:r>
              <a:rPr lang="zh-TW" altLang="en-US" dirty="0"/>
              <a:t>端程式</a:t>
            </a:r>
            <a:r>
              <a:rPr lang="en-US" altLang="zh-TW" dirty="0"/>
              <a:t>,</a:t>
            </a:r>
            <a:r>
              <a:rPr lang="zh-TW" altLang="en-US" dirty="0"/>
              <a:t>呼叫其它網域的程式</a:t>
            </a:r>
          </a:p>
          <a:p>
            <a:pPr lvl="1"/>
            <a:r>
              <a:rPr lang="en-US" altLang="zh-TW" dirty="0"/>
              <a:t>https://fetch.spec.whatwg.org/	</a:t>
            </a:r>
          </a:p>
          <a:p>
            <a:r>
              <a:rPr lang="en-US" altLang="zh-TW" dirty="0"/>
              <a:t>Server</a:t>
            </a:r>
            <a:r>
              <a:rPr lang="zh-TW" altLang="en-US" dirty="0"/>
              <a:t>端允取跨網域呼叫的程式要加上這段程式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83</a:t>
            </a:fld>
            <a:endParaRPr lang="zh-TW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38199" y="3926740"/>
            <a:ext cx="10515599" cy="28082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//</a:t>
            </a:r>
            <a:r>
              <a:rPr lang="zh-TW" altLang="en-US" sz="2000">
                <a:latin typeface="Arial" panose="020B0604020202020204" pitchFamily="34" charset="0"/>
              </a:rPr>
              <a:t>指定要求資源時，允許可以使用的來源</a:t>
            </a:r>
            <a:r>
              <a:rPr lang="en-US" altLang="zh-TW" sz="2000">
                <a:latin typeface="Arial" panose="020B0604020202020204" pitchFamily="34" charset="0"/>
              </a:rPr>
              <a:t>(</a:t>
            </a:r>
            <a:r>
              <a:rPr lang="zh-TW" altLang="en-US" sz="2000">
                <a:latin typeface="Arial" panose="020B0604020202020204" pitchFamily="34" charset="0"/>
              </a:rPr>
              <a:t>網址</a:t>
            </a:r>
            <a:r>
              <a:rPr lang="en-US" altLang="zh-TW" sz="2000">
                <a:latin typeface="Arial" panose="020B0604020202020204" pitchFamily="34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Arial" panose="020B0604020202020204" pitchFamily="34" charset="0"/>
              </a:rPr>
              <a:t>Access-Control-Allow-Origin: &lt;origin&gt; | *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24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//</a:t>
            </a:r>
            <a:r>
              <a:rPr lang="zh-TW" altLang="en-US" sz="2000">
                <a:latin typeface="Arial" panose="020B0604020202020204" pitchFamily="34" charset="0"/>
              </a:rPr>
              <a:t>指定要求資源時，允許使用的</a:t>
            </a:r>
            <a:r>
              <a:rPr lang="en-US" altLang="zh-TW" sz="2000">
                <a:latin typeface="Arial" panose="020B0604020202020204" pitchFamily="34" charset="0"/>
              </a:rPr>
              <a:t>http</a:t>
            </a:r>
            <a:r>
              <a:rPr lang="zh-TW" altLang="en-US" sz="2000">
                <a:latin typeface="Arial" panose="020B0604020202020204" pitchFamily="34" charset="0"/>
              </a:rPr>
              <a:t>方法：</a:t>
            </a:r>
            <a:r>
              <a:rPr lang="en-US" altLang="zh-TW" sz="2000">
                <a:latin typeface="Arial" panose="020B0604020202020204" pitchFamily="34" charset="0"/>
              </a:rPr>
              <a:t>GET</a:t>
            </a:r>
            <a:r>
              <a:rPr lang="zh-TW" altLang="en-US" sz="2000">
                <a:latin typeface="Arial" panose="020B0604020202020204" pitchFamily="34" charset="0"/>
              </a:rPr>
              <a:t>、</a:t>
            </a:r>
            <a:r>
              <a:rPr lang="en-US" altLang="zh-TW" sz="2000">
                <a:latin typeface="Arial" panose="020B0604020202020204" pitchFamily="34" charset="0"/>
              </a:rPr>
              <a:t>POST</a:t>
            </a:r>
            <a:r>
              <a:rPr lang="zh-TW" altLang="en-US" sz="2000">
                <a:latin typeface="Arial" panose="020B0604020202020204" pitchFamily="34" charset="0"/>
              </a:rPr>
              <a:t>、</a:t>
            </a:r>
            <a:r>
              <a:rPr lang="en-US" altLang="zh-TW" sz="2000">
                <a:latin typeface="Arial" panose="020B0604020202020204" pitchFamily="34" charset="0"/>
              </a:rPr>
              <a:t>PUT</a:t>
            </a:r>
            <a:r>
              <a:rPr lang="zh-TW" altLang="en-US" sz="2000">
                <a:latin typeface="Arial" panose="020B0604020202020204" pitchFamily="34" charset="0"/>
              </a:rPr>
              <a:t>、</a:t>
            </a:r>
            <a:r>
              <a:rPr lang="en-US" altLang="zh-TW" sz="2000">
                <a:latin typeface="Arial" panose="020B0604020202020204" pitchFamily="34" charset="0"/>
              </a:rPr>
              <a:t>Delete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Arial" panose="020B0604020202020204" pitchFamily="34" charset="0"/>
              </a:rPr>
              <a:t>Access-Control-Allow-Methods: &lt;method&gt;[, &lt;method&gt;]*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24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//</a:t>
            </a:r>
            <a:r>
              <a:rPr lang="zh-TW" altLang="en-US" sz="2000">
                <a:latin typeface="Arial" panose="020B0604020202020204" pitchFamily="34" charset="0"/>
              </a:rPr>
              <a:t>指定要求資源時，允許可以使用的 </a:t>
            </a:r>
            <a:r>
              <a:rPr lang="en-US" altLang="zh-TW" sz="2000">
                <a:latin typeface="Arial" panose="020B0604020202020204" pitchFamily="34" charset="0"/>
              </a:rPr>
              <a:t>header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Arial" panose="020B0604020202020204" pitchFamily="34" charset="0"/>
              </a:rPr>
              <a:t>Access-Control-Allow-Headers: &lt;field-name&gt;[, &lt;field-name&gt;]*</a:t>
            </a:r>
            <a:endParaRPr lang="zh-TW" altLang="en-US" sz="24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768411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61BEF9-3F9B-2358-B964-45DA122E3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Flask </a:t>
            </a:r>
            <a:r>
              <a:rPr lang="zh-TW" altLang="en-US" dirty="0"/>
              <a:t>允許跨來源呼叫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22961BF-3C42-632A-CB60-1F75BA6726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TW" altLang="en-US" dirty="0"/>
              <a:t>安裝套件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允許跨來源呼叫設定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448BEE-77A4-03D9-12DE-A830B8771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84</a:t>
            </a:fld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D19BC7-3F46-159F-5FCA-3586DDD1C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2123191"/>
            <a:ext cx="10515599" cy="74009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pip install flask-</a:t>
            </a:r>
            <a:r>
              <a:rPr lang="en-US" altLang="zh-TW" sz="2400" dirty="0" err="1">
                <a:latin typeface="Arial" panose="020B0604020202020204" pitchFamily="34" charset="0"/>
              </a:rPr>
              <a:t>cors</a:t>
            </a:r>
            <a:endParaRPr lang="en-US" altLang="zh-TW" sz="2400" dirty="0">
              <a:latin typeface="Arial" panose="020B060402020202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B29A3C1-28E7-F842-AAD5-2DC0C652B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3878359"/>
            <a:ext cx="10515599" cy="154639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from </a:t>
            </a:r>
            <a:r>
              <a:rPr lang="en-US" altLang="zh-TW" sz="2400" dirty="0" err="1">
                <a:latin typeface="Arial" panose="020B0604020202020204" pitchFamily="34" charset="0"/>
              </a:rPr>
              <a:t>flask_cors</a:t>
            </a:r>
            <a:r>
              <a:rPr lang="en-US" altLang="zh-TW" sz="2400" dirty="0">
                <a:latin typeface="Arial" panose="020B0604020202020204" pitchFamily="34" charset="0"/>
              </a:rPr>
              <a:t> import CORS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app = Flask(__name__)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# </a:t>
            </a:r>
            <a:r>
              <a:rPr lang="zh-TW" altLang="en-US" sz="2400" dirty="0">
                <a:latin typeface="Arial" panose="020B0604020202020204" pitchFamily="34" charset="0"/>
              </a:rPr>
              <a:t>對 </a:t>
            </a:r>
            <a:r>
              <a:rPr lang="en-US" altLang="zh-TW" sz="2400" dirty="0">
                <a:latin typeface="Arial" panose="020B0604020202020204" pitchFamily="34" charset="0"/>
              </a:rPr>
              <a:t>app </a:t>
            </a:r>
            <a:r>
              <a:rPr lang="zh-TW" altLang="en-US" sz="2400" dirty="0">
                <a:latin typeface="Arial" panose="020B0604020202020204" pitchFamily="34" charset="0"/>
              </a:rPr>
              <a:t>套用 </a:t>
            </a:r>
            <a:r>
              <a:rPr lang="en-US" altLang="zh-TW" sz="2400" dirty="0">
                <a:latin typeface="Arial" panose="020B0604020202020204" pitchFamily="34" charset="0"/>
              </a:rPr>
              <a:t>CORS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CORS(app)</a:t>
            </a:r>
          </a:p>
        </p:txBody>
      </p:sp>
    </p:spTree>
    <p:extLst>
      <p:ext uri="{BB962C8B-B14F-4D97-AF65-F5344CB8AC3E}">
        <p14:creationId xmlns:p14="http://schemas.microsoft.com/office/powerpoint/2010/main" val="152134706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練習看看</a:t>
            </a:r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TW" altLang="en-US" dirty="0"/>
              <a:t>剛剛的練習載入了縣市資料</a:t>
            </a:r>
          </a:p>
          <a:p>
            <a:r>
              <a:rPr lang="zh-TW" altLang="en-US" dirty="0"/>
              <a:t>現在要做的是</a:t>
            </a:r>
          </a:p>
          <a:p>
            <a:pPr lvl="1"/>
            <a:r>
              <a:rPr lang="zh-TW" altLang="en-US" dirty="0"/>
              <a:t>選擇某個縣市後帶出</a:t>
            </a:r>
            <a:r>
              <a:rPr lang="en-US" altLang="zh-TW" dirty="0"/>
              <a:t>[</a:t>
            </a:r>
            <a:r>
              <a:rPr lang="zh-TW" altLang="en-US" dirty="0"/>
              <a:t>鄉、鎮、區</a:t>
            </a:r>
            <a:r>
              <a:rPr lang="en-US" altLang="zh-TW" dirty="0"/>
              <a:t>]</a:t>
            </a:r>
          </a:p>
          <a:p>
            <a:pPr lvl="1"/>
            <a:r>
              <a:rPr lang="zh-TW" altLang="en-US" dirty="0"/>
              <a:t>選擇某個鄉鎮區帶出</a:t>
            </a:r>
            <a:r>
              <a:rPr lang="en-US" altLang="zh-TW" dirty="0"/>
              <a:t>[</a:t>
            </a:r>
            <a:r>
              <a:rPr lang="zh-TW" altLang="en-US" dirty="0"/>
              <a:t>路</a:t>
            </a:r>
            <a:r>
              <a:rPr lang="en-US" altLang="zh-TW" dirty="0"/>
              <a:t>]</a:t>
            </a:r>
          </a:p>
          <a:p>
            <a:r>
              <a:rPr lang="zh-TW" altLang="en-US" dirty="0"/>
              <a:t>資料庫</a:t>
            </a:r>
            <a:r>
              <a:rPr lang="en-US" altLang="zh-TW" dirty="0"/>
              <a:t>address</a:t>
            </a:r>
            <a:r>
              <a:rPr lang="zh-TW" altLang="en-US" dirty="0"/>
              <a:t>資料表的資料來自</a:t>
            </a:r>
          </a:p>
          <a:p>
            <a:pPr lvl="1"/>
            <a:r>
              <a:rPr lang="en-US" altLang="zh-TW" dirty="0"/>
              <a:t>https://data.gov.tw/dataset/35321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85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2769" y="581019"/>
            <a:ext cx="3092273" cy="5734904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1234" y="4587188"/>
            <a:ext cx="5778500" cy="1908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5160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D69FE7-4295-5451-92E4-A21602A0E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練習看看</a:t>
            </a:r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BB2B148-61C3-E236-2AA7-7E8DE1CE24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C68F211-5842-1A64-3667-0B1021F640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86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FD116FD-3510-2FD2-BE56-4D0A81204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949" y="977774"/>
            <a:ext cx="9314102" cy="5338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11078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563DE2-9BA7-5DBB-A5F6-E921CCF74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練習看看</a:t>
            </a:r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769739B-1691-1B73-4065-2A5E5D5078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106115-300D-187F-4C9F-2A39C5DAA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87</a:t>
            </a:fld>
            <a:endParaRPr lang="zh-TW" altLang="en-US"/>
          </a:p>
        </p:txBody>
      </p:sp>
      <p:pic>
        <p:nvPicPr>
          <p:cNvPr id="6" name="圖片 5" descr="一張含有 文字, 螢幕擷取畫面, 網頁, 軟體 的圖片&#10;&#10;AI 產生的內容可能不正確。">
            <a:extLst>
              <a:ext uri="{FF2B5EF4-FFF2-40B4-BE49-F238E27FC236}">
                <a16:creationId xmlns:a16="http://schemas.microsoft.com/office/drawing/2014/main" id="{0F1838E3-4E1B-914C-8AE1-49C4E7604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138" y="1514168"/>
            <a:ext cx="9865867" cy="472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29401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80953-0B8E-4BA4-1FAF-296E89668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21715A-8B88-3850-84D8-5578C88B5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練習看看</a:t>
            </a:r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60D4804-B77B-0B29-51CA-3F9A99AF75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88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E04F433-5086-3ED0-1DAC-1D43111F5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927" y="1068585"/>
            <a:ext cx="4788146" cy="5607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04253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DE4784-FDDE-27C5-79B3-1920CC522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Server Sent Event</a:t>
            </a:r>
            <a:r>
              <a:rPr lang="zh-TW" altLang="en-US" dirty="0"/>
              <a:t> </a:t>
            </a:r>
            <a:r>
              <a:rPr lang="en-US" altLang="zh-TW" dirty="0"/>
              <a:t>(SSE)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0414163-5763-1919-B35E-D8941A7ECF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9" y="1514168"/>
            <a:ext cx="6955972" cy="4465391"/>
          </a:xfrm>
        </p:spPr>
        <p:txBody>
          <a:bodyPr/>
          <a:lstStyle/>
          <a:p>
            <a:r>
              <a:rPr lang="zh-TW" altLang="en-US" dirty="0"/>
              <a:t>瀏覽器和伺服器之間單向傳送協定，資料只能由伺服器傳送到用戶端</a:t>
            </a:r>
            <a:endParaRPr lang="en-US" altLang="zh-TW" dirty="0"/>
          </a:p>
          <a:p>
            <a:r>
              <a:rPr lang="zh-TW" altLang="en-US" dirty="0"/>
              <a:t>應用在即時新聞、股票價格及即時匯率等，瀏覽器只需要單純的顯示資訊的功能上</a:t>
            </a:r>
            <a:endParaRPr lang="en-US" altLang="zh-TW" dirty="0"/>
          </a:p>
          <a:p>
            <a:r>
              <a:rPr lang="en-US" altLang="zh-TW" dirty="0"/>
              <a:t>SSE </a:t>
            </a:r>
            <a:r>
              <a:rPr lang="zh-TW" altLang="en-US" dirty="0"/>
              <a:t>功能的建立</a:t>
            </a:r>
          </a:p>
          <a:p>
            <a:pPr lvl="1"/>
            <a:r>
              <a:rPr lang="en-US" altLang="zh-TW" dirty="0"/>
              <a:t>SSE Client</a:t>
            </a:r>
            <a:r>
              <a:rPr lang="zh-TW" altLang="en-US" dirty="0"/>
              <a:t>：</a:t>
            </a:r>
            <a:r>
              <a:rPr lang="en-US" altLang="zh-TW" dirty="0" err="1"/>
              <a:t>EventSource</a:t>
            </a:r>
            <a:r>
              <a:rPr lang="en-US" altLang="zh-TW" dirty="0"/>
              <a:t> API</a:t>
            </a:r>
          </a:p>
          <a:p>
            <a:pPr lvl="1"/>
            <a:r>
              <a:rPr lang="en-US" altLang="zh-TW" dirty="0"/>
              <a:t>SSE Server</a:t>
            </a:r>
            <a:r>
              <a:rPr lang="zh-TW" altLang="en-US" dirty="0"/>
              <a:t>：回傳符合 </a:t>
            </a:r>
            <a:r>
              <a:rPr lang="en-US" altLang="zh-TW" dirty="0"/>
              <a:t>Event-Stream</a:t>
            </a:r>
            <a:r>
              <a:rPr lang="zh-TW" altLang="en-US" dirty="0"/>
              <a:t>格式的資料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907CF5E-9467-1F0D-D43A-97595848BD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89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ABA6F43-C39B-A1B4-F216-DA4AC769E1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26" t="18019" r="32831" b="3034"/>
          <a:stretch>
            <a:fillRect/>
          </a:stretch>
        </p:blipFill>
        <p:spPr>
          <a:xfrm>
            <a:off x="8318500" y="1238343"/>
            <a:ext cx="3234872" cy="5017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80909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3B0518-DECF-0AE9-2BCE-D6980B0BD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SSE</a:t>
            </a:r>
            <a:r>
              <a:rPr lang="zh-TW" altLang="en-US" dirty="0"/>
              <a:t> </a:t>
            </a:r>
            <a:r>
              <a:rPr lang="en-US" altLang="zh-TW" dirty="0"/>
              <a:t>Server - </a:t>
            </a:r>
            <a:r>
              <a:rPr lang="zh-TW" altLang="en-US" dirty="0"/>
              <a:t>推送資料格式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8959265-96F4-1370-56AF-431FD63F63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/>
              <a:t>Response Content-Type </a:t>
            </a:r>
            <a:r>
              <a:rPr lang="zh-TW" altLang="en-US" dirty="0"/>
              <a:t>需為 </a:t>
            </a:r>
            <a:r>
              <a:rPr lang="en-US" altLang="zh-TW" dirty="0"/>
              <a:t>text/event-stream</a:t>
            </a:r>
          </a:p>
          <a:p>
            <a:r>
              <a:rPr lang="zh-TW" altLang="en-US" dirty="0"/>
              <a:t>資料由下列格式所組成，需為</a:t>
            </a:r>
            <a:r>
              <a:rPr lang="en-US" altLang="zh-TW" dirty="0"/>
              <a:t>UTF-8</a:t>
            </a:r>
            <a:r>
              <a:rPr lang="zh-TW" altLang="en-US" dirty="0"/>
              <a:t>編碼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A4DA4E6-DA28-2D05-D21D-E636DA63EF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90</a:t>
            </a:fld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E95BED-E7B7-6D9D-CBDE-A4D0513C5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2623457"/>
            <a:ext cx="10515599" cy="250266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：這是註解 </a:t>
            </a:r>
            <a:r>
              <a:rPr lang="en-US" altLang="zh-TW" sz="2400" dirty="0">
                <a:latin typeface="Arial" panose="020B0604020202020204" pitchFamily="34" charset="0"/>
              </a:rPr>
              <a:t>\n</a:t>
            </a:r>
            <a:endParaRPr lang="zh-TW" altLang="en-US" sz="24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pt-BR" altLang="zh-TW" sz="2400" dirty="0">
                <a:latin typeface="Arial" panose="020B0604020202020204" pitchFamily="34" charset="0"/>
              </a:rPr>
              <a:t>event</a:t>
            </a:r>
            <a:r>
              <a:rPr lang="zh-TW" altLang="en-US" sz="2400" dirty="0">
                <a:latin typeface="Arial" panose="020B0604020202020204" pitchFamily="34" charset="0"/>
              </a:rPr>
              <a:t>：</a:t>
            </a:r>
            <a:r>
              <a:rPr lang="pt-BR" altLang="zh-TW" sz="2400" b="1" dirty="0">
                <a:solidFill>
                  <a:srgbClr val="FF0000"/>
                </a:solidFill>
                <a:latin typeface="Arial" panose="020B0604020202020204" pitchFamily="34" charset="0"/>
              </a:rPr>
              <a:t>show</a:t>
            </a:r>
            <a:r>
              <a:rPr lang="pt-BR" altLang="zh-TW" sz="2400" dirty="0">
                <a:latin typeface="Arial" panose="020B0604020202020204" pitchFamily="34" charset="0"/>
              </a:rPr>
              <a:t> </a:t>
            </a:r>
            <a:r>
              <a:rPr lang="en-US" altLang="zh-TW" sz="2400" dirty="0">
                <a:latin typeface="Arial" panose="020B0604020202020204" pitchFamily="34" charset="0"/>
              </a:rPr>
              <a:t>\n</a:t>
            </a:r>
            <a:r>
              <a:rPr lang="pt-BR" altLang="zh-TW" sz="2400" dirty="0">
                <a:latin typeface="Arial" panose="020B0604020202020204" pitchFamily="34" charset="0"/>
              </a:rPr>
              <a:t>                //</a:t>
            </a:r>
            <a:r>
              <a:rPr lang="zh-TW" altLang="en-US" sz="2400" dirty="0">
                <a:latin typeface="Arial" panose="020B0604020202020204" pitchFamily="34" charset="0"/>
              </a:rPr>
              <a:t>自訂事件名，取代 </a:t>
            </a:r>
            <a:r>
              <a:rPr lang="en-US" altLang="zh-TW" sz="2400" dirty="0">
                <a:latin typeface="Arial" panose="020B0604020202020204" pitchFamily="34" charset="0"/>
              </a:rPr>
              <a:t>message</a:t>
            </a:r>
          </a:p>
          <a:p>
            <a:pPr>
              <a:buFont typeface="Arial" panose="020B0604020202020204" pitchFamily="34" charset="0"/>
              <a:buNone/>
            </a:pPr>
            <a:r>
              <a:rPr lang="pt-BR" altLang="zh-TW" sz="2400" dirty="0">
                <a:latin typeface="Arial" panose="020B0604020202020204" pitchFamily="34" charset="0"/>
              </a:rPr>
              <a:t>id</a:t>
            </a:r>
            <a:r>
              <a:rPr lang="zh-TW" altLang="en-US" sz="2400" dirty="0">
                <a:latin typeface="Arial" panose="020B0604020202020204" pitchFamily="34" charset="0"/>
              </a:rPr>
              <a:t>：</a:t>
            </a:r>
            <a:r>
              <a:rPr lang="pt-BR" altLang="zh-TW" sz="2400" dirty="0">
                <a:latin typeface="Arial" panose="020B0604020202020204" pitchFamily="34" charset="0"/>
              </a:rPr>
              <a:t>1</a:t>
            </a:r>
            <a:r>
              <a:rPr lang="en-US" altLang="zh-TW" sz="2400" dirty="0">
                <a:latin typeface="Arial" panose="020B0604020202020204" pitchFamily="34" charset="0"/>
              </a:rPr>
              <a:t> \n </a:t>
            </a:r>
            <a:r>
              <a:rPr lang="pt-BR" altLang="zh-TW" sz="2400" dirty="0">
                <a:latin typeface="Arial" panose="020B0604020202020204" pitchFamily="34" charset="0"/>
              </a:rPr>
              <a:t>		        //</a:t>
            </a:r>
            <a:r>
              <a:rPr lang="zh-TW" altLang="en-US" sz="2400" dirty="0">
                <a:latin typeface="Arial" panose="020B0604020202020204" pitchFamily="34" charset="0"/>
              </a:rPr>
              <a:t>最後一次觸發事件的</a:t>
            </a:r>
            <a:r>
              <a:rPr lang="pt-BR" altLang="zh-TW" sz="2400" dirty="0">
                <a:latin typeface="Arial" panose="020B0604020202020204" pitchFamily="34" charset="0"/>
              </a:rPr>
              <a:t>ID</a:t>
            </a:r>
            <a:r>
              <a:rPr lang="zh-TW" altLang="en-US" sz="2400" dirty="0">
                <a:latin typeface="Arial" panose="020B0604020202020204" pitchFamily="34" charset="0"/>
              </a:rPr>
              <a:t>值</a:t>
            </a:r>
          </a:p>
          <a:p>
            <a:pPr>
              <a:buFont typeface="Arial" panose="020B0604020202020204" pitchFamily="34" charset="0"/>
              <a:buNone/>
            </a:pPr>
            <a:r>
              <a:rPr lang="pt-BR" altLang="zh-TW" sz="2400" dirty="0">
                <a:latin typeface="Arial" panose="020B0604020202020204" pitchFamily="34" charset="0"/>
              </a:rPr>
              <a:t>retry</a:t>
            </a:r>
            <a:r>
              <a:rPr lang="zh-TW" altLang="en-US" sz="2400" dirty="0">
                <a:latin typeface="Arial" panose="020B0604020202020204" pitchFamily="34" charset="0"/>
              </a:rPr>
              <a:t>：</a:t>
            </a:r>
            <a:r>
              <a:rPr lang="pt-BR" altLang="zh-TW" sz="2400" dirty="0">
                <a:latin typeface="Arial" panose="020B0604020202020204" pitchFamily="34" charset="0"/>
              </a:rPr>
              <a:t>5000</a:t>
            </a:r>
            <a:r>
              <a:rPr lang="en-US" altLang="zh-TW" sz="2400" dirty="0">
                <a:latin typeface="Arial" panose="020B0604020202020204" pitchFamily="34" charset="0"/>
              </a:rPr>
              <a:t> \n </a:t>
            </a:r>
            <a:r>
              <a:rPr lang="pt-BR" altLang="zh-TW" sz="2400" dirty="0">
                <a:latin typeface="Arial" panose="020B0604020202020204" pitchFamily="34" charset="0"/>
              </a:rPr>
              <a:t>	        //</a:t>
            </a:r>
            <a:r>
              <a:rPr lang="zh-TW" altLang="en-US" sz="2400" dirty="0">
                <a:latin typeface="Arial" panose="020B0604020202020204" pitchFamily="34" charset="0"/>
              </a:rPr>
              <a:t>斷線後 </a:t>
            </a:r>
            <a:r>
              <a:rPr lang="en-US" altLang="zh-TW" sz="2400" dirty="0">
                <a:latin typeface="Arial" panose="020B0604020202020204" pitchFamily="34" charset="0"/>
              </a:rPr>
              <a:t>5 </a:t>
            </a:r>
            <a:r>
              <a:rPr lang="zh-TW" altLang="en-US" sz="2400" dirty="0">
                <a:latin typeface="Arial" panose="020B0604020202020204" pitchFamily="34" charset="0"/>
              </a:rPr>
              <a:t>秒重連</a:t>
            </a:r>
          </a:p>
          <a:p>
            <a:pPr>
              <a:buFont typeface="Arial" panose="020B0604020202020204" pitchFamily="34" charset="0"/>
              <a:buNone/>
            </a:pPr>
            <a:r>
              <a:rPr lang="pt-BR" altLang="zh-TW" sz="2400" dirty="0">
                <a:latin typeface="Arial" panose="020B0604020202020204" pitchFamily="34" charset="0"/>
              </a:rPr>
              <a:t>data</a:t>
            </a:r>
            <a:r>
              <a:rPr lang="zh-TW" altLang="en-US" sz="2400" dirty="0">
                <a:latin typeface="Arial" panose="020B0604020202020204" pitchFamily="34" charset="0"/>
              </a:rPr>
              <a:t>：資料</a:t>
            </a:r>
            <a:r>
              <a:rPr lang="en-US" altLang="zh-TW" sz="2400" dirty="0">
                <a:latin typeface="Arial" panose="020B0604020202020204" pitchFamily="34" charset="0"/>
              </a:rPr>
              <a:t>1 </a:t>
            </a:r>
            <a:r>
              <a:rPr lang="en-US" altLang="zh-TW" sz="2400" b="1" dirty="0">
                <a:solidFill>
                  <a:srgbClr val="FF0000"/>
                </a:solidFill>
                <a:latin typeface="Arial" panose="020B0604020202020204" pitchFamily="34" charset="0"/>
              </a:rPr>
              <a:t>\n \n             </a:t>
            </a:r>
            <a:r>
              <a:rPr lang="en-US" altLang="zh-TW" sz="2400" dirty="0">
                <a:latin typeface="Arial" panose="020B0604020202020204" pitchFamily="34" charset="0"/>
              </a:rPr>
              <a:t>//</a:t>
            </a:r>
            <a:r>
              <a:rPr lang="zh-TW" altLang="en-US" sz="2400" dirty="0">
                <a:latin typeface="Arial" panose="020B0604020202020204" pitchFamily="34" charset="0"/>
              </a:rPr>
              <a:t>必要的資料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EF2B9D1-A8D5-A8BB-DBF6-9F41A1DB2AEB}"/>
              </a:ext>
            </a:extLst>
          </p:cNvPr>
          <p:cNvSpPr txBox="1"/>
          <p:nvPr/>
        </p:nvSpPr>
        <p:spPr>
          <a:xfrm>
            <a:off x="838199" y="536817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/>
              <a:t>\n\n </a:t>
            </a:r>
            <a:r>
              <a:rPr lang="zh-TW" altLang="en-US" sz="2400" dirty="0"/>
              <a:t>兩個換行代表「一則事件結束」</a:t>
            </a:r>
          </a:p>
        </p:txBody>
      </p:sp>
    </p:spTree>
    <p:extLst>
      <p:ext uri="{BB962C8B-B14F-4D97-AF65-F5344CB8AC3E}">
        <p14:creationId xmlns:p14="http://schemas.microsoft.com/office/powerpoint/2010/main" val="42164502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1DDC0C-F907-5005-E461-46A0A5FEB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SSE</a:t>
            </a:r>
            <a:r>
              <a:rPr lang="zh-TW" altLang="en-US" dirty="0"/>
              <a:t> </a:t>
            </a:r>
            <a:r>
              <a:rPr lang="en-US" altLang="zh-TW" dirty="0"/>
              <a:t>Server</a:t>
            </a:r>
            <a:r>
              <a:rPr lang="zh-TW" altLang="en-US" dirty="0"/>
              <a:t> 程式範例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738DDB0-B2AC-C2FE-2BB3-9916EB6C59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7A2584F-1D5D-3E7F-5610-8785FE531E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91</a:t>
            </a:fld>
            <a:endParaRPr lang="zh-TW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39110E0-8870-0B82-1E48-17084DC98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1028701"/>
            <a:ext cx="10515599" cy="557504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TW" sz="1600" dirty="0">
                <a:latin typeface="Arial" panose="020B0604020202020204" pitchFamily="34" charset="0"/>
              </a:rPr>
              <a:t>import time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1600" dirty="0">
                <a:latin typeface="Arial" panose="020B0604020202020204" pitchFamily="34" charset="0"/>
              </a:rPr>
              <a:t>from datetime import datetime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1600" dirty="0">
                <a:latin typeface="Arial" panose="020B0604020202020204" pitchFamily="34" charset="0"/>
              </a:rPr>
              <a:t>from flask import Response, </a:t>
            </a:r>
            <a:r>
              <a:rPr lang="en-US" altLang="zh-TW" sz="1600" dirty="0" err="1">
                <a:latin typeface="Arial" panose="020B0604020202020204" pitchFamily="34" charset="0"/>
              </a:rPr>
              <a:t>stream_with_context</a:t>
            </a:r>
            <a:endParaRPr lang="en-US" altLang="zh-TW" sz="16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zh-TW" sz="1600" dirty="0">
                <a:latin typeface="Arial" panose="020B0604020202020204" pitchFamily="34" charset="0"/>
              </a:rPr>
              <a:t>def </a:t>
            </a:r>
            <a:r>
              <a:rPr lang="en-US" altLang="zh-TW" sz="1600" dirty="0" err="1">
                <a:latin typeface="Arial" panose="020B0604020202020204" pitchFamily="34" charset="0"/>
              </a:rPr>
              <a:t>clock_stream</a:t>
            </a:r>
            <a:r>
              <a:rPr lang="en-US" altLang="zh-TW" sz="1600" dirty="0">
                <a:latin typeface="Arial" panose="020B0604020202020204" pitchFamily="34" charset="0"/>
              </a:rPr>
              <a:t>():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1600" dirty="0">
                <a:latin typeface="Arial" panose="020B0604020202020204" pitchFamily="34" charset="0"/>
              </a:rPr>
              <a:t>    @stream_with_context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1600" dirty="0">
                <a:latin typeface="Arial" panose="020B0604020202020204" pitchFamily="34" charset="0"/>
              </a:rPr>
              <a:t>    def </a:t>
            </a:r>
            <a:r>
              <a:rPr lang="en-US" altLang="zh-TW" sz="1600" dirty="0" err="1">
                <a:latin typeface="Arial" panose="020B0604020202020204" pitchFamily="34" charset="0"/>
              </a:rPr>
              <a:t>event_stream</a:t>
            </a:r>
            <a:r>
              <a:rPr lang="en-US" altLang="zh-TW" sz="1600" dirty="0">
                <a:latin typeface="Arial" panose="020B0604020202020204" pitchFamily="34" charset="0"/>
              </a:rPr>
              <a:t>():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1600" dirty="0">
                <a:latin typeface="Arial" panose="020B0604020202020204" pitchFamily="34" charset="0"/>
              </a:rPr>
              <a:t>        try: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1600" dirty="0">
                <a:latin typeface="Arial" panose="020B0604020202020204" pitchFamily="34" charset="0"/>
              </a:rPr>
              <a:t>            while True: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1600" dirty="0">
                <a:latin typeface="Arial" panose="020B0604020202020204" pitchFamily="34" charset="0"/>
              </a:rPr>
              <a:t>                now = </a:t>
            </a:r>
            <a:r>
              <a:rPr lang="en-US" altLang="zh-TW" sz="1600" dirty="0" err="1">
                <a:latin typeface="Arial" panose="020B0604020202020204" pitchFamily="34" charset="0"/>
              </a:rPr>
              <a:t>datetime.now</a:t>
            </a:r>
            <a:r>
              <a:rPr lang="en-US" altLang="zh-TW" sz="1600" dirty="0">
                <a:latin typeface="Arial" panose="020B0604020202020204" pitchFamily="34" charset="0"/>
              </a:rPr>
              <a:t>().</a:t>
            </a:r>
            <a:r>
              <a:rPr lang="en-US" altLang="zh-TW" sz="1600" dirty="0" err="1">
                <a:latin typeface="Arial" panose="020B0604020202020204" pitchFamily="34" charset="0"/>
              </a:rPr>
              <a:t>strftime</a:t>
            </a:r>
            <a:r>
              <a:rPr lang="en-US" altLang="zh-TW" sz="1600" dirty="0">
                <a:latin typeface="Arial" panose="020B0604020202020204" pitchFamily="34" charset="0"/>
              </a:rPr>
              <a:t>("%H:%M:%S")</a:t>
            </a:r>
          </a:p>
          <a:p>
            <a:pPr>
              <a:buFont typeface="Arial" panose="020B0604020202020204" pitchFamily="34" charset="0"/>
              <a:buNone/>
            </a:pPr>
            <a:r>
              <a:rPr lang="zh-TW" altLang="en-US" sz="1600" dirty="0">
                <a:latin typeface="Arial" panose="020B0604020202020204" pitchFamily="34" charset="0"/>
              </a:rPr>
              <a:t>                </a:t>
            </a:r>
            <a:r>
              <a:rPr lang="en-US" altLang="zh-TW" sz="1600" dirty="0">
                <a:latin typeface="Arial" panose="020B0604020202020204" pitchFamily="34" charset="0"/>
              </a:rPr>
              <a:t>yield </a:t>
            </a:r>
            <a:r>
              <a:rPr lang="en-US" altLang="zh-TW" sz="1600" dirty="0" err="1">
                <a:latin typeface="Arial" panose="020B0604020202020204" pitchFamily="34" charset="0"/>
              </a:rPr>
              <a:t>f"data</a:t>
            </a:r>
            <a:r>
              <a:rPr lang="en-US" altLang="zh-TW" sz="1600" dirty="0">
                <a:latin typeface="Arial" panose="020B0604020202020204" pitchFamily="34" charset="0"/>
              </a:rPr>
              <a:t>: {now}\n\n"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1600" dirty="0">
                <a:latin typeface="Arial" panose="020B0604020202020204" pitchFamily="34" charset="0"/>
              </a:rPr>
              <a:t>                </a:t>
            </a:r>
            <a:r>
              <a:rPr lang="en-US" altLang="zh-TW" sz="1600" dirty="0" err="1">
                <a:latin typeface="Arial" panose="020B0604020202020204" pitchFamily="34" charset="0"/>
              </a:rPr>
              <a:t>time.sleep</a:t>
            </a:r>
            <a:r>
              <a:rPr lang="en-US" altLang="zh-TW" sz="1600" dirty="0">
                <a:latin typeface="Arial" panose="020B0604020202020204" pitchFamily="34" charset="0"/>
              </a:rPr>
              <a:t>(1)                     # </a:t>
            </a:r>
            <a:r>
              <a:rPr lang="zh-TW" altLang="en-US" sz="1600" dirty="0">
                <a:latin typeface="Arial" panose="020B0604020202020204" pitchFamily="34" charset="0"/>
              </a:rPr>
              <a:t>每隔一秒推一次</a:t>
            </a:r>
          </a:p>
          <a:p>
            <a:pPr>
              <a:buFont typeface="Arial" panose="020B0604020202020204" pitchFamily="34" charset="0"/>
              <a:buNone/>
            </a:pPr>
            <a:r>
              <a:rPr lang="zh-TW" altLang="en-US" sz="1600" dirty="0">
                <a:latin typeface="Arial" panose="020B0604020202020204" pitchFamily="34" charset="0"/>
              </a:rPr>
              <a:t>        </a:t>
            </a:r>
            <a:r>
              <a:rPr lang="en-US" altLang="zh-TW" sz="1600" dirty="0">
                <a:latin typeface="Arial" panose="020B0604020202020204" pitchFamily="34" charset="0"/>
              </a:rPr>
              <a:t>except </a:t>
            </a:r>
            <a:r>
              <a:rPr lang="en-US" altLang="zh-TW" sz="1600" dirty="0" err="1">
                <a:latin typeface="Arial" panose="020B0604020202020204" pitchFamily="34" charset="0"/>
              </a:rPr>
              <a:t>GeneratorExit</a:t>
            </a:r>
            <a:r>
              <a:rPr lang="en-US" altLang="zh-TW" sz="1600" dirty="0">
                <a:latin typeface="Arial" panose="020B0604020202020204" pitchFamily="34" charset="0"/>
              </a:rPr>
              <a:t>:</a:t>
            </a:r>
          </a:p>
          <a:p>
            <a:pPr>
              <a:buFont typeface="Arial" panose="020B0604020202020204" pitchFamily="34" charset="0"/>
              <a:buNone/>
            </a:pPr>
            <a:r>
              <a:rPr lang="zh-TW" altLang="en-US" sz="1600" dirty="0">
                <a:latin typeface="Arial" panose="020B0604020202020204" pitchFamily="34" charset="0"/>
              </a:rPr>
              <a:t>            </a:t>
            </a:r>
            <a:r>
              <a:rPr lang="en-US" altLang="zh-TW" sz="1600" dirty="0">
                <a:latin typeface="Arial" panose="020B0604020202020204" pitchFamily="34" charset="0"/>
              </a:rPr>
              <a:t>pass</a:t>
            </a:r>
          </a:p>
          <a:p>
            <a:pPr>
              <a:buFont typeface="Arial" panose="020B0604020202020204" pitchFamily="34" charset="0"/>
              <a:buNone/>
            </a:pPr>
            <a:endParaRPr lang="en-US" altLang="zh-TW" sz="16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zh-TW" sz="1600" dirty="0">
                <a:latin typeface="Arial" panose="020B0604020202020204" pitchFamily="34" charset="0"/>
              </a:rPr>
              <a:t>    return Response(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1600" dirty="0">
                <a:latin typeface="Arial" panose="020B0604020202020204" pitchFamily="34" charset="0"/>
              </a:rPr>
              <a:t>        </a:t>
            </a:r>
            <a:r>
              <a:rPr lang="en-US" altLang="zh-TW" sz="1600" dirty="0" err="1">
                <a:latin typeface="Arial" panose="020B0604020202020204" pitchFamily="34" charset="0"/>
              </a:rPr>
              <a:t>event_stream</a:t>
            </a:r>
            <a:r>
              <a:rPr lang="en-US" altLang="zh-TW" sz="1600" dirty="0">
                <a:latin typeface="Arial" panose="020B0604020202020204" pitchFamily="34" charset="0"/>
              </a:rPr>
              <a:t>(),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1600" dirty="0">
                <a:latin typeface="Arial" panose="020B0604020202020204" pitchFamily="34" charset="0"/>
              </a:rPr>
              <a:t>        </a:t>
            </a:r>
            <a:r>
              <a:rPr lang="en-US" altLang="zh-TW" sz="1600" dirty="0" err="1">
                <a:latin typeface="Arial" panose="020B0604020202020204" pitchFamily="34" charset="0"/>
              </a:rPr>
              <a:t>mimetype</a:t>
            </a:r>
            <a:r>
              <a:rPr lang="en-US" altLang="zh-TW" sz="1600" dirty="0">
                <a:latin typeface="Arial" panose="020B0604020202020204" pitchFamily="34" charset="0"/>
              </a:rPr>
              <a:t>="text/event-stream",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1600" dirty="0">
                <a:latin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8079768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FB5A64-6883-E34F-9909-6AAB062A4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SSE Client – </a:t>
            </a:r>
            <a:r>
              <a:rPr lang="en-US" altLang="zh-TW" dirty="0" err="1"/>
              <a:t>EventSource</a:t>
            </a:r>
            <a:r>
              <a:rPr lang="en-US" altLang="zh-TW" dirty="0"/>
              <a:t> API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674EC41-6468-5541-144B-BA83D16122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 err="1"/>
              <a:t>EventSource</a:t>
            </a:r>
            <a:r>
              <a:rPr lang="en-US" altLang="zh-TW" dirty="0"/>
              <a:t> </a:t>
            </a:r>
            <a:r>
              <a:rPr lang="zh-TW" altLang="en-US" dirty="0"/>
              <a:t>物件，</a:t>
            </a:r>
            <a:r>
              <a:rPr lang="en-US" altLang="zh-TW" dirty="0" err="1"/>
              <a:t>url</a:t>
            </a:r>
            <a:r>
              <a:rPr lang="zh-TW" altLang="en-US" dirty="0"/>
              <a:t> 是提供資料的伺服器端程式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相關屬性事件</a:t>
            </a:r>
            <a:endParaRPr lang="en-US" altLang="zh-TW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dirty="0" err="1"/>
              <a:t>onopen</a:t>
            </a:r>
            <a:r>
              <a:rPr lang="zh-TW" altLang="en-US" dirty="0"/>
              <a:t>、</a:t>
            </a:r>
            <a:r>
              <a:rPr lang="en-US" altLang="zh-TW" dirty="0" err="1"/>
              <a:t>onerror</a:t>
            </a:r>
            <a:endParaRPr lang="en-US" altLang="zh-TW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dirty="0" err="1"/>
              <a:t>onmessage</a:t>
            </a:r>
            <a:r>
              <a:rPr lang="zh-TW" altLang="en-US" dirty="0"/>
              <a:t>：用來接收伺服器端程式回傳的結果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9B31563-DC44-D4E4-7F54-0F4583D29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92</a:t>
            </a:fld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045A3A-52D9-B295-E7C7-C1DCE91D4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2073366"/>
            <a:ext cx="10515599" cy="69160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source = new </a:t>
            </a:r>
            <a:r>
              <a:rPr lang="en-US" altLang="zh-TW" sz="2400" dirty="0" err="1">
                <a:latin typeface="Arial" panose="020B0604020202020204" pitchFamily="34" charset="0"/>
              </a:rPr>
              <a:t>EventSource</a:t>
            </a:r>
            <a:r>
              <a:rPr lang="en-US" altLang="zh-TW" sz="2400" dirty="0">
                <a:latin typeface="Arial" panose="020B0604020202020204" pitchFamily="34" charset="0"/>
              </a:rPr>
              <a:t>( </a:t>
            </a:r>
            <a:r>
              <a:rPr lang="en-US" altLang="zh-TW" sz="2400" dirty="0" err="1">
                <a:latin typeface="Arial" panose="020B0604020202020204" pitchFamily="34" charset="0"/>
              </a:rPr>
              <a:t>url</a:t>
            </a:r>
            <a:r>
              <a:rPr lang="en-US" altLang="zh-TW" sz="2400" dirty="0">
                <a:latin typeface="Arial" panose="020B0604020202020204" pitchFamily="34" charset="0"/>
              </a:rPr>
              <a:t>)</a:t>
            </a:r>
            <a:endParaRPr lang="pt-BR" altLang="zh-TW" sz="2400" dirty="0">
              <a:latin typeface="Arial" panose="020B0604020202020204" pitchFamily="34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945F395-9378-2A61-AB2E-2807B3ACE917}"/>
              </a:ext>
            </a:extLst>
          </p:cNvPr>
          <p:cNvSpPr txBox="1"/>
          <p:nvPr/>
        </p:nvSpPr>
        <p:spPr>
          <a:xfrm>
            <a:off x="2008412" y="6362207"/>
            <a:ext cx="81751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https://html.spec.whatwg.org/multipage/server-sent-events.html#server-sent-events</a:t>
            </a:r>
          </a:p>
        </p:txBody>
      </p:sp>
    </p:spTree>
    <p:extLst>
      <p:ext uri="{BB962C8B-B14F-4D97-AF65-F5344CB8AC3E}">
        <p14:creationId xmlns:p14="http://schemas.microsoft.com/office/powerpoint/2010/main" val="190415696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FB5A64-6883-E34F-9909-6AAB062A4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SSE Client </a:t>
            </a:r>
            <a:r>
              <a:rPr lang="zh-TW" altLang="en-US" dirty="0"/>
              <a:t>程式範例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674EC41-6468-5541-144B-BA83D16122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9B31563-DC44-D4E4-7F54-0F4583D29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93</a:t>
            </a:fld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045A3A-52D9-B295-E7C7-C1DCE91D4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1028701"/>
            <a:ext cx="10515599" cy="557504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&lt;h1 id="clock" class="display-3 my-2"&gt;--:--:--&lt;/h1&gt;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&lt;script&gt;</a:t>
            </a:r>
          </a:p>
          <a:p>
            <a:pPr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       </a:t>
            </a:r>
            <a:r>
              <a:rPr lang="zh-TW" altLang="zh-TW" sz="2400" dirty="0">
                <a:latin typeface="Arial" panose="020B0604020202020204" pitchFamily="34" charset="0"/>
              </a:rPr>
              <a:t>const clock = document.querySelector('#clock');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  let source = null;</a:t>
            </a:r>
          </a:p>
          <a:p>
            <a:pPr>
              <a:buFont typeface="Arial" panose="020B0604020202020204" pitchFamily="34" charset="0"/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        </a:t>
            </a:r>
            <a:r>
              <a:rPr lang="en-US" altLang="zh-TW" sz="2400" dirty="0">
                <a:latin typeface="Arial" panose="020B0604020202020204" pitchFamily="34" charset="0"/>
              </a:rPr>
              <a:t>function connect() 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      // </a:t>
            </a:r>
            <a:r>
              <a:rPr lang="zh-TW" altLang="en-US" sz="2400" dirty="0">
                <a:latin typeface="Arial" panose="020B0604020202020204" pitchFamily="34" charset="0"/>
              </a:rPr>
              <a:t>建立與伺服器的 </a:t>
            </a:r>
            <a:r>
              <a:rPr lang="en-US" altLang="zh-TW" sz="2400" dirty="0">
                <a:latin typeface="Arial" panose="020B0604020202020204" pitchFamily="34" charset="0"/>
              </a:rPr>
              <a:t>SSE </a:t>
            </a:r>
            <a:r>
              <a:rPr lang="zh-TW" altLang="en-US" sz="2400" dirty="0">
                <a:latin typeface="Arial" panose="020B0604020202020204" pitchFamily="34" charset="0"/>
              </a:rPr>
              <a:t>連線</a:t>
            </a:r>
            <a:endParaRPr lang="en-US" altLang="zh-TW" sz="24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            </a:t>
            </a:r>
            <a:r>
              <a:rPr lang="en-US" altLang="zh-TW" sz="2400" dirty="0">
                <a:latin typeface="Arial" panose="020B0604020202020204" pitchFamily="34" charset="0"/>
              </a:rPr>
              <a:t>source = new </a:t>
            </a:r>
            <a:r>
              <a:rPr lang="en-US" altLang="zh-TW" sz="2400" dirty="0" err="1">
                <a:latin typeface="Arial" panose="020B0604020202020204" pitchFamily="34" charset="0"/>
              </a:rPr>
              <a:t>EventSource</a:t>
            </a:r>
            <a:r>
              <a:rPr lang="en-US" altLang="zh-TW" sz="2400" dirty="0">
                <a:latin typeface="Arial" panose="020B0604020202020204" pitchFamily="34" charset="0"/>
              </a:rPr>
              <a:t>('/</a:t>
            </a:r>
            <a:r>
              <a:rPr lang="en-US" altLang="zh-TW" sz="2400" dirty="0" err="1">
                <a:latin typeface="Arial" panose="020B0604020202020204" pitchFamily="34" charset="0"/>
              </a:rPr>
              <a:t>api</a:t>
            </a:r>
            <a:r>
              <a:rPr lang="en-US" altLang="zh-TW" sz="2400" dirty="0">
                <a:latin typeface="Arial" panose="020B0604020202020204" pitchFamily="34" charset="0"/>
              </a:rPr>
              <a:t>/clock');</a:t>
            </a:r>
          </a:p>
          <a:p>
            <a:pPr>
              <a:buFont typeface="Arial" panose="020B0604020202020204" pitchFamily="34" charset="0"/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            </a:t>
            </a:r>
            <a:r>
              <a:rPr lang="en-US" altLang="zh-TW" sz="2400" dirty="0">
                <a:latin typeface="Arial" panose="020B0604020202020204" pitchFamily="34" charset="0"/>
              </a:rPr>
              <a:t>// </a:t>
            </a:r>
            <a:r>
              <a:rPr lang="zh-TW" altLang="en-US" sz="2400" dirty="0">
                <a:latin typeface="Arial" panose="020B0604020202020204" pitchFamily="34" charset="0"/>
              </a:rPr>
              <a:t>根據伺服器指定的事件名稱來接收資料，預設是 </a:t>
            </a:r>
            <a:r>
              <a:rPr lang="en-US" altLang="zh-TW" sz="2400" dirty="0">
                <a:latin typeface="Arial" panose="020B0604020202020204" pitchFamily="34" charset="0"/>
              </a:rPr>
              <a:t>message</a:t>
            </a:r>
          </a:p>
          <a:p>
            <a:pPr>
              <a:buFont typeface="Arial" panose="020B0604020202020204" pitchFamily="34" charset="0"/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            </a:t>
            </a:r>
            <a:r>
              <a:rPr lang="en-US" altLang="zh-TW" sz="2400" dirty="0" err="1">
                <a:latin typeface="Arial" panose="020B0604020202020204" pitchFamily="34" charset="0"/>
              </a:rPr>
              <a:t>source.addEventListener</a:t>
            </a:r>
            <a:r>
              <a:rPr lang="en-US" altLang="zh-TW" sz="2400" dirty="0">
                <a:latin typeface="Arial" panose="020B0604020202020204" pitchFamily="34" charset="0"/>
              </a:rPr>
              <a:t>(</a:t>
            </a:r>
            <a:r>
              <a:rPr lang="en-US" altLang="zh-TW" sz="2400" b="1" dirty="0">
                <a:solidFill>
                  <a:srgbClr val="FF0000"/>
                </a:solidFill>
                <a:latin typeface="Arial" panose="020B0604020202020204" pitchFamily="34" charset="0"/>
              </a:rPr>
              <a:t>'show'</a:t>
            </a:r>
            <a:r>
              <a:rPr lang="en-US" altLang="zh-TW" sz="2400" dirty="0">
                <a:latin typeface="Arial" panose="020B0604020202020204" pitchFamily="34" charset="0"/>
              </a:rPr>
              <a:t>, event =&gt; 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            </a:t>
            </a:r>
            <a:r>
              <a:rPr lang="en-US" altLang="zh-TW" sz="2400" dirty="0" err="1">
                <a:latin typeface="Arial" panose="020B0604020202020204" pitchFamily="34" charset="0"/>
              </a:rPr>
              <a:t>clock.textContent</a:t>
            </a:r>
            <a:r>
              <a:rPr lang="en-US" altLang="zh-TW" sz="2400" dirty="0">
                <a:latin typeface="Arial" panose="020B0604020202020204" pitchFamily="34" charset="0"/>
              </a:rPr>
              <a:t> = </a:t>
            </a:r>
            <a:r>
              <a:rPr lang="en-US" altLang="zh-TW" sz="2400" dirty="0" err="1">
                <a:latin typeface="Arial" panose="020B0604020202020204" pitchFamily="34" charset="0"/>
              </a:rPr>
              <a:t>event.data</a:t>
            </a:r>
            <a:r>
              <a:rPr lang="en-US" altLang="zh-TW" sz="2400" dirty="0">
                <a:latin typeface="Arial" panose="020B0604020202020204" pitchFamily="34" charset="0"/>
              </a:rPr>
              <a:t>;                 </a:t>
            </a:r>
          </a:p>
          <a:p>
            <a:pPr>
              <a:buFont typeface="Arial" panose="020B0604020202020204" pitchFamily="34" charset="0"/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             </a:t>
            </a:r>
            <a:r>
              <a:rPr lang="en-US" altLang="zh-TW" sz="2400" dirty="0">
                <a:latin typeface="Arial" panose="020B0604020202020204" pitchFamily="34" charset="0"/>
              </a:rPr>
              <a:t>});</a:t>
            </a:r>
          </a:p>
          <a:p>
            <a:pPr>
              <a:buFont typeface="Arial" panose="020B0604020202020204" pitchFamily="34" charset="0"/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        </a:t>
            </a:r>
            <a:r>
              <a:rPr lang="en-US" altLang="zh-TW" sz="2400" dirty="0">
                <a:latin typeface="Arial" panose="020B0604020202020204" pitchFamily="34" charset="0"/>
              </a:rPr>
              <a:t>}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&lt;/script&gt;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BD584BF-365D-4B8E-372C-0B8AFA6EC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9524" y="1368866"/>
            <a:ext cx="1766687" cy="59540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81260999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B81A26-DABB-B1F2-A721-414E6999E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附錄</a:t>
            </a:r>
            <a:r>
              <a:rPr lang="en-US" altLang="zh-TW" dirty="0"/>
              <a:t>(</a:t>
            </a:r>
            <a:r>
              <a:rPr lang="zh-TW" altLang="en-US" dirty="0"/>
              <a:t>自行參考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1D15658-6C87-1DCB-BFBB-27B79186E1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9D51D99-9374-2FA5-7630-E04DD918CC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94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297871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D79F31A0-43C8-7422-289D-5F451AD1C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上課用資料庫</a:t>
            </a:r>
            <a:r>
              <a:rPr lang="en-US" altLang="zh-TW" dirty="0"/>
              <a:t>- SQLite</a:t>
            </a:r>
            <a:endParaRPr lang="zh-TW" altLang="en-US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B2FBDDA0-004E-FC0B-028D-B727AE2C1A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TW" altLang="en-US" dirty="0"/>
              <a:t>透過 </a:t>
            </a:r>
            <a:r>
              <a:rPr lang="en-US" altLang="zh-TW" dirty="0"/>
              <a:t>DB</a:t>
            </a:r>
            <a:r>
              <a:rPr lang="zh-TW" altLang="en-US" dirty="0"/>
              <a:t> </a:t>
            </a:r>
            <a:r>
              <a:rPr lang="en-US" altLang="zh-TW" dirty="0"/>
              <a:t>Browser for SQLite </a:t>
            </a:r>
            <a:r>
              <a:rPr lang="zh-TW" altLang="en-US" dirty="0"/>
              <a:t>開啟專案中的 </a:t>
            </a:r>
            <a:r>
              <a:rPr lang="en-US" altLang="zh-TW" dirty="0" err="1"/>
              <a:t>mydb.db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DB</a:t>
            </a:r>
            <a:r>
              <a:rPr lang="zh-TW" altLang="en-US" dirty="0"/>
              <a:t> </a:t>
            </a:r>
            <a:r>
              <a:rPr lang="en-US" altLang="zh-TW" dirty="0"/>
              <a:t>Browser for SQLite</a:t>
            </a:r>
            <a:r>
              <a:rPr lang="zh-TW" altLang="en-US" dirty="0"/>
              <a:t>下載 </a:t>
            </a:r>
            <a:r>
              <a:rPr lang="en-US" altLang="zh-TW" dirty="0"/>
              <a:t>http://sqlitebrowser.org/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26F189-B7F3-04AD-53F4-356A13376E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95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9FC0477-777E-D0DE-81C9-CA651AE701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704"/>
          <a:stretch>
            <a:fillRect/>
          </a:stretch>
        </p:blipFill>
        <p:spPr>
          <a:xfrm>
            <a:off x="1603206" y="2118088"/>
            <a:ext cx="9533731" cy="3756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98564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CA934A-DCB3-162B-1A05-71870EDA6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SQLAlchemy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C5C8B9A-B963-0D39-1A84-74C4F92C7FB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TW" altLang="en-US" dirty="0"/>
              <a:t>是 </a:t>
            </a:r>
            <a:r>
              <a:rPr lang="en-US" altLang="zh-TW" dirty="0"/>
              <a:t>Python </a:t>
            </a:r>
            <a:r>
              <a:rPr lang="zh-TW" altLang="en-US" dirty="0"/>
              <a:t>中知名的 </a:t>
            </a:r>
            <a:r>
              <a:rPr lang="en-US" altLang="zh-TW" dirty="0"/>
              <a:t>ORM</a:t>
            </a:r>
            <a:r>
              <a:rPr lang="zh-TW" altLang="en-US" dirty="0"/>
              <a:t> 框架</a:t>
            </a:r>
            <a:endParaRPr lang="en-US" altLang="zh-TW" dirty="0"/>
          </a:p>
          <a:p>
            <a:r>
              <a:rPr lang="en-US" altLang="zh-TW" dirty="0"/>
              <a:t>ORM</a:t>
            </a:r>
            <a:r>
              <a:rPr lang="zh-TW" altLang="en-US" dirty="0"/>
              <a:t> 是</a:t>
            </a:r>
            <a:r>
              <a:rPr lang="en-US" altLang="zh-TW" dirty="0"/>
              <a:t> Object Relational Mapper</a:t>
            </a:r>
            <a:r>
              <a:rPr lang="zh-TW" altLang="en-US" dirty="0"/>
              <a:t> 的縮寫</a:t>
            </a:r>
            <a:endParaRPr lang="en-US" altLang="zh-TW" dirty="0"/>
          </a:p>
          <a:p>
            <a:r>
              <a:rPr lang="zh-TW" altLang="en-US" dirty="0"/>
              <a:t>可以不用寫 </a:t>
            </a:r>
            <a:r>
              <a:rPr lang="en-US" altLang="zh-TW" dirty="0"/>
              <a:t>SQL</a:t>
            </a:r>
            <a:r>
              <a:rPr lang="zh-TW" altLang="en-US" dirty="0"/>
              <a:t> 語法完成資料庫的</a:t>
            </a:r>
            <a:r>
              <a:rPr lang="en-US" altLang="zh-TW" dirty="0"/>
              <a:t>CRUD</a:t>
            </a:r>
          </a:p>
          <a:p>
            <a:r>
              <a:rPr lang="zh-TW" altLang="en-US" dirty="0"/>
              <a:t>資料庫系統改變時可以不用動到程式碼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安裝套件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FF63C22-F17C-D2F8-358B-956AE62993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96</a:t>
            </a:fld>
            <a:endParaRPr lang="zh-TW" alt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AA8EF50-5A4E-564E-D4B2-09496B294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4873859"/>
            <a:ext cx="10515599" cy="74009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TW" sz="2000" b="1" dirty="0">
                <a:latin typeface="Arial" panose="020B0604020202020204" pitchFamily="34" charset="0"/>
              </a:rPr>
              <a:t> </a:t>
            </a:r>
            <a:r>
              <a:rPr lang="en-US" altLang="zh-TW" sz="2000" dirty="0"/>
              <a:t>pip install flask-</a:t>
            </a:r>
            <a:r>
              <a:rPr lang="en-US" altLang="zh-TW" sz="2000" dirty="0" err="1"/>
              <a:t>sqlalchemy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48597036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5E93E-FA2F-5D31-6C2B-63D0C93C2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F0EE2A-8104-FCE3-A6AE-074B69447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 </a:t>
            </a:r>
            <a:r>
              <a:rPr lang="en-US" altLang="zh-TW" dirty="0" err="1"/>
              <a:t>SQLAlchemy</a:t>
            </a:r>
            <a:r>
              <a:rPr lang="zh-TW" altLang="en-US" dirty="0"/>
              <a:t> 物件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D718FF9-60E9-FC7D-28FE-1ED46DC35A7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/>
              <a:t>models/__init__.py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彙整所有模型</a:t>
            </a:r>
            <a:r>
              <a:rPr lang="en-US" altLang="zh-TW" dirty="0"/>
              <a:t>(Model)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5606C56-5645-3803-D95D-FA2CD077D3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97</a:t>
            </a:fld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6A8BA2-D5D0-86DF-CDC8-AF43A7637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2157574"/>
            <a:ext cx="10515599" cy="13561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from </a:t>
            </a:r>
            <a:r>
              <a:rPr lang="en-US" altLang="zh-TW" sz="2000" dirty="0" err="1">
                <a:latin typeface="Arial" panose="020B0604020202020204" pitchFamily="34" charset="0"/>
              </a:rPr>
              <a:t>flask_sqlalchemy</a:t>
            </a:r>
            <a:r>
              <a:rPr lang="en-US" altLang="zh-TW" sz="2000" dirty="0">
                <a:latin typeface="Arial" panose="020B0604020202020204" pitchFamily="34" charset="0"/>
              </a:rPr>
              <a:t> import </a:t>
            </a:r>
            <a:r>
              <a:rPr lang="en-US" altLang="zh-TW" sz="2000" dirty="0" err="1">
                <a:latin typeface="Arial" panose="020B0604020202020204" pitchFamily="34" charset="0"/>
              </a:rPr>
              <a:t>SQLAlchemy</a:t>
            </a:r>
            <a:endParaRPr lang="en-US" altLang="zh-TW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2000" dirty="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# </a:t>
            </a:r>
            <a:r>
              <a:rPr lang="zh-TW" altLang="en-US" sz="2000" dirty="0"/>
              <a:t>建立 </a:t>
            </a:r>
            <a:r>
              <a:rPr lang="en-US" altLang="zh-TW" sz="2000" dirty="0" err="1"/>
              <a:t>SQLAlchemy</a:t>
            </a:r>
            <a:r>
              <a:rPr lang="zh-TW" altLang="en-US" sz="2000" dirty="0"/>
              <a:t> 物件</a:t>
            </a:r>
            <a:endParaRPr lang="en-US" altLang="zh-TW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 err="1">
                <a:latin typeface="Arial" panose="020B0604020202020204" pitchFamily="34" charset="0"/>
              </a:rPr>
              <a:t>db</a:t>
            </a:r>
            <a:r>
              <a:rPr lang="en-US" altLang="zh-TW" sz="2000" dirty="0">
                <a:latin typeface="Arial" panose="020B0604020202020204" pitchFamily="34" charset="0"/>
              </a:rPr>
              <a:t> = </a:t>
            </a:r>
            <a:r>
              <a:rPr lang="en-US" altLang="zh-TW" sz="2000" dirty="0" err="1">
                <a:latin typeface="Arial" panose="020B0604020202020204" pitchFamily="34" charset="0"/>
              </a:rPr>
              <a:t>SQLAlchemy</a:t>
            </a:r>
            <a:r>
              <a:rPr lang="en-US" altLang="zh-TW" sz="2000" dirty="0">
                <a:latin typeface="Arial" panose="020B0604020202020204" pitchFamily="34" charset="0"/>
              </a:rPr>
              <a:t>()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2A57DC2-C121-1BC8-355C-41AF38DD9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8" y="4457273"/>
            <a:ext cx="10515599" cy="190034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from .</a:t>
            </a:r>
            <a:r>
              <a:rPr lang="en-US" altLang="zh-TW" sz="2000" dirty="0" err="1">
                <a:latin typeface="Arial" panose="020B0604020202020204" pitchFamily="34" charset="0"/>
              </a:rPr>
              <a:t>member_model</a:t>
            </a:r>
            <a:r>
              <a:rPr lang="en-US" altLang="zh-TW" sz="2000" dirty="0">
                <a:latin typeface="Arial" panose="020B0604020202020204" pitchFamily="34" charset="0"/>
              </a:rPr>
              <a:t> import Member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from .</a:t>
            </a:r>
            <a:r>
              <a:rPr lang="en-US" altLang="zh-TW" sz="2000" dirty="0" err="1">
                <a:latin typeface="Arial" panose="020B0604020202020204" pitchFamily="34" charset="0"/>
              </a:rPr>
              <a:t>spot_model</a:t>
            </a:r>
            <a:r>
              <a:rPr lang="en-US" altLang="zh-TW" sz="2000" dirty="0">
                <a:latin typeface="Arial" panose="020B0604020202020204" pitchFamily="34" charset="0"/>
              </a:rPr>
              <a:t> import Spot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from .</a:t>
            </a:r>
            <a:r>
              <a:rPr lang="en-US" altLang="zh-TW" sz="2000" dirty="0" err="1">
                <a:latin typeface="Arial" panose="020B0604020202020204" pitchFamily="34" charset="0"/>
              </a:rPr>
              <a:t>address_model</a:t>
            </a:r>
            <a:r>
              <a:rPr lang="en-US" altLang="zh-TW" sz="2000" dirty="0">
                <a:latin typeface="Arial" panose="020B0604020202020204" pitchFamily="34" charset="0"/>
              </a:rPr>
              <a:t> import Address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from .</a:t>
            </a:r>
            <a:r>
              <a:rPr lang="en-US" altLang="zh-TW" sz="2000" dirty="0" err="1">
                <a:latin typeface="Arial" panose="020B0604020202020204" pitchFamily="34" charset="0"/>
              </a:rPr>
              <a:t>category_model</a:t>
            </a:r>
            <a:r>
              <a:rPr lang="en-US" altLang="zh-TW" sz="2000" dirty="0">
                <a:latin typeface="Arial" panose="020B0604020202020204" pitchFamily="34" charset="0"/>
              </a:rPr>
              <a:t> import </a:t>
            </a:r>
            <a:r>
              <a:rPr lang="en-US" altLang="zh-TW" sz="2000" dirty="0" err="1">
                <a:latin typeface="Arial" panose="020B0604020202020204" pitchFamily="34" charset="0"/>
              </a:rPr>
              <a:t>SpotCategory</a:t>
            </a:r>
            <a:endParaRPr lang="en-US" altLang="zh-TW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412385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FD80B7-3AA2-7300-4F01-088B5FCBC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設定資料庫連線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9FA5D90-6352-6BA2-909E-3D2AA74B72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/>
              <a:t>app.py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955BD54-996F-54FC-A8C5-3164588766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98</a:t>
            </a:fld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6DED64-7E7F-476D-5F00-165DF7A7B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2157574"/>
            <a:ext cx="10515599" cy="391445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#</a:t>
            </a:r>
            <a:r>
              <a:rPr lang="zh-TW" altLang="en-US" sz="2000" dirty="0">
                <a:latin typeface="Arial" panose="020B0604020202020204" pitchFamily="34" charset="0"/>
              </a:rPr>
              <a:t> 取得 </a:t>
            </a:r>
            <a:r>
              <a:rPr lang="en-US" altLang="zh-TW" sz="2000" dirty="0">
                <a:latin typeface="Arial" panose="020B0604020202020204" pitchFamily="34" charset="0"/>
              </a:rPr>
              <a:t>app.py </a:t>
            </a:r>
            <a:r>
              <a:rPr lang="zh-TW" altLang="en-US" sz="2000" dirty="0">
                <a:latin typeface="Arial" panose="020B0604020202020204" pitchFamily="34" charset="0"/>
              </a:rPr>
              <a:t>所在位置的實際路徑</a:t>
            </a:r>
            <a:endParaRPr lang="en-US" altLang="zh-TW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 err="1">
                <a:latin typeface="Arial" panose="020B0604020202020204" pitchFamily="34" charset="0"/>
              </a:rPr>
              <a:t>basedir</a:t>
            </a:r>
            <a:r>
              <a:rPr lang="en-US" altLang="zh-TW" sz="2000" dirty="0">
                <a:latin typeface="Arial" panose="020B0604020202020204" pitchFamily="34" charset="0"/>
              </a:rPr>
              <a:t> = </a:t>
            </a:r>
            <a:r>
              <a:rPr lang="en-US" altLang="zh-TW" sz="2000" dirty="0" err="1">
                <a:latin typeface="Arial" panose="020B0604020202020204" pitchFamily="34" charset="0"/>
              </a:rPr>
              <a:t>os.path.abspath</a:t>
            </a:r>
            <a:r>
              <a:rPr lang="en-US" altLang="zh-TW" sz="2000" dirty="0">
                <a:latin typeface="Arial" panose="020B0604020202020204" pitchFamily="34" charset="0"/>
              </a:rPr>
              <a:t>(</a:t>
            </a:r>
            <a:r>
              <a:rPr lang="en-US" altLang="zh-TW" sz="2000" dirty="0" err="1">
                <a:latin typeface="Arial" panose="020B0604020202020204" pitchFamily="34" charset="0"/>
              </a:rPr>
              <a:t>os.path.dirname</a:t>
            </a:r>
            <a:r>
              <a:rPr lang="en-US" altLang="zh-TW" sz="2000" dirty="0">
                <a:latin typeface="Arial" panose="020B0604020202020204" pitchFamily="34" charset="0"/>
              </a:rPr>
              <a:t>(__file__))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#</a:t>
            </a:r>
            <a:r>
              <a:rPr lang="zh-TW" altLang="en-US" sz="2000" dirty="0">
                <a:latin typeface="Arial" panose="020B0604020202020204" pitchFamily="34" charset="0"/>
              </a:rPr>
              <a:t> 定義要連到 </a:t>
            </a:r>
            <a:r>
              <a:rPr lang="en-US" altLang="zh-TW" sz="2000" dirty="0" err="1">
                <a:latin typeface="Arial" panose="020B0604020202020204" pitchFamily="34" charset="0"/>
              </a:rPr>
              <a:t>my.db</a:t>
            </a:r>
            <a:r>
              <a:rPr lang="zh-TW" altLang="en-US" sz="2000" dirty="0">
                <a:latin typeface="Arial" panose="020B0604020202020204" pitchFamily="34" charset="0"/>
              </a:rPr>
              <a:t> </a:t>
            </a:r>
            <a:r>
              <a:rPr lang="en-US" altLang="zh-TW" sz="2000" dirty="0" err="1">
                <a:latin typeface="Arial" panose="020B0604020202020204" pitchFamily="34" charset="0"/>
              </a:rPr>
              <a:t>sqllite</a:t>
            </a:r>
            <a:r>
              <a:rPr lang="en-US" altLang="zh-TW" sz="2000" dirty="0">
                <a:latin typeface="Arial" panose="020B0604020202020204" pitchFamily="34" charset="0"/>
              </a:rPr>
              <a:t> </a:t>
            </a:r>
            <a:r>
              <a:rPr lang="zh-TW" altLang="en-US" sz="2000" dirty="0">
                <a:latin typeface="Arial" panose="020B0604020202020204" pitchFamily="34" charset="0"/>
              </a:rPr>
              <a:t>資料庫的連線字串</a:t>
            </a:r>
            <a:endParaRPr lang="en-US" altLang="zh-TW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 err="1">
                <a:latin typeface="Arial" panose="020B0604020202020204" pitchFamily="34" charset="0"/>
              </a:rPr>
              <a:t>app.config</a:t>
            </a:r>
            <a:r>
              <a:rPr lang="en-US" altLang="zh-TW" sz="2000" dirty="0">
                <a:latin typeface="Arial" panose="020B0604020202020204" pitchFamily="34" charset="0"/>
              </a:rPr>
              <a:t>['SQLALCHEMY_DATABASE_URI'] = '</a:t>
            </a:r>
            <a:r>
              <a:rPr lang="en-US" altLang="zh-TW" sz="2000" dirty="0" err="1">
                <a:latin typeface="Arial" panose="020B0604020202020204" pitchFamily="34" charset="0"/>
              </a:rPr>
              <a:t>sqlite</a:t>
            </a:r>
            <a:r>
              <a:rPr lang="en-US" altLang="zh-TW" sz="2000" dirty="0">
                <a:latin typeface="Arial" panose="020B0604020202020204" pitchFamily="34" charset="0"/>
              </a:rPr>
              <a:t>:///' + </a:t>
            </a:r>
            <a:r>
              <a:rPr lang="en-US" altLang="zh-TW" sz="2000" dirty="0" err="1">
                <a:latin typeface="Arial" panose="020B0604020202020204" pitchFamily="34" charset="0"/>
              </a:rPr>
              <a:t>os.path.join</a:t>
            </a:r>
            <a:r>
              <a:rPr lang="en-US" altLang="zh-TW" sz="2000" dirty="0">
                <a:latin typeface="Arial" panose="020B0604020202020204" pitchFamily="34" charset="0"/>
              </a:rPr>
              <a:t>(</a:t>
            </a:r>
            <a:r>
              <a:rPr lang="en-US" altLang="zh-TW" sz="2000" dirty="0" err="1">
                <a:latin typeface="Arial" panose="020B0604020202020204" pitchFamily="34" charset="0"/>
              </a:rPr>
              <a:t>basedir</a:t>
            </a:r>
            <a:r>
              <a:rPr lang="en-US" altLang="zh-TW" sz="2000" dirty="0">
                <a:latin typeface="Arial" panose="020B0604020202020204" pitchFamily="34" charset="0"/>
              </a:rPr>
              <a:t>, '</a:t>
            </a:r>
            <a:r>
              <a:rPr lang="en-US" altLang="zh-TW" sz="2000" dirty="0" err="1">
                <a:latin typeface="Arial" panose="020B0604020202020204" pitchFamily="34" charset="0"/>
              </a:rPr>
              <a:t>my.db</a:t>
            </a:r>
            <a:r>
              <a:rPr lang="en-US" altLang="zh-TW" sz="2000" dirty="0">
                <a:latin typeface="Arial" panose="020B0604020202020204" pitchFamily="34" charset="0"/>
              </a:rPr>
              <a:t>')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# </a:t>
            </a:r>
            <a:r>
              <a:rPr lang="zh-TW" altLang="en-US" sz="2000" dirty="0">
                <a:latin typeface="Arial" panose="020B0604020202020204" pitchFamily="34" charset="0"/>
              </a:rPr>
              <a:t>關掉一些監控功能，提升效能</a:t>
            </a:r>
            <a:endParaRPr lang="en-US" altLang="zh-TW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 err="1">
                <a:latin typeface="Arial" panose="020B0604020202020204" pitchFamily="34" charset="0"/>
              </a:rPr>
              <a:t>app.config</a:t>
            </a:r>
            <a:r>
              <a:rPr lang="en-US" altLang="zh-TW" sz="2000" dirty="0">
                <a:latin typeface="Arial" panose="020B0604020202020204" pitchFamily="34" charset="0"/>
              </a:rPr>
              <a:t>['SQLALCHEMY_TRACK_MODIFICATIONS'] = False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# </a:t>
            </a:r>
            <a:r>
              <a:rPr lang="zh-TW" altLang="en-US" sz="2000" dirty="0">
                <a:latin typeface="Arial" panose="020B0604020202020204" pitchFamily="34" charset="0"/>
              </a:rPr>
              <a:t>初始化資料庫連線</a:t>
            </a:r>
            <a:endParaRPr lang="en-US" altLang="zh-TW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 err="1">
                <a:latin typeface="Arial" panose="020B0604020202020204" pitchFamily="34" charset="0"/>
              </a:rPr>
              <a:t>db.init_app</a:t>
            </a:r>
            <a:r>
              <a:rPr lang="en-US" altLang="zh-TW" sz="2000" dirty="0">
                <a:latin typeface="Arial" panose="020B0604020202020204" pitchFamily="34" charset="0"/>
              </a:rPr>
              <a:t>(app)</a:t>
            </a:r>
            <a:endParaRPr lang="zh-TW" altLang="en-US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441534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CCD99-38BD-143D-46DC-EADCCCA04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061D25-5CA5-D4A0-FEDF-801124CDF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建立模型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0488FF2-9259-5F69-D388-4DE2CCDB2E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/>
              <a:t>models/member_model.py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D1CCE47-BAC3-9BB0-6833-DCDEC827F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99</a:t>
            </a:fld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E5999E-3169-5098-9E6D-31B80BBA3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2157574"/>
            <a:ext cx="10515599" cy="391445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from . import </a:t>
            </a:r>
            <a:r>
              <a:rPr lang="en-US" altLang="zh-TW" sz="2000" dirty="0" err="1">
                <a:latin typeface="Arial" panose="020B0604020202020204" pitchFamily="34" charset="0"/>
              </a:rPr>
              <a:t>db</a:t>
            </a:r>
            <a:endParaRPr lang="en-US" altLang="zh-TW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class Member(</a:t>
            </a:r>
            <a:r>
              <a:rPr lang="en-US" altLang="zh-TW" sz="2000" dirty="0" err="1">
                <a:latin typeface="Arial" panose="020B0604020202020204" pitchFamily="34" charset="0"/>
              </a:rPr>
              <a:t>db.Model</a:t>
            </a:r>
            <a:r>
              <a:rPr lang="en-US" altLang="zh-TW" sz="2000" dirty="0">
                <a:latin typeface="Arial" panose="020B0604020202020204" pitchFamily="34" charset="0"/>
              </a:rPr>
              <a:t>):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__</a:t>
            </a:r>
            <a:r>
              <a:rPr lang="en-US" altLang="zh-TW" sz="2000" dirty="0" err="1">
                <a:latin typeface="Arial" panose="020B0604020202020204" pitchFamily="34" charset="0"/>
              </a:rPr>
              <a:t>tablename</a:t>
            </a:r>
            <a:r>
              <a:rPr lang="en-US" altLang="zh-TW" sz="2000" dirty="0">
                <a:latin typeface="Arial" panose="020B0604020202020204" pitchFamily="34" charset="0"/>
              </a:rPr>
              <a:t>__ = 'members'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</a:t>
            </a:r>
            <a:r>
              <a:rPr lang="en-US" altLang="zh-TW" sz="2000" dirty="0" err="1">
                <a:latin typeface="Arial" panose="020B0604020202020204" pitchFamily="34" charset="0"/>
              </a:rPr>
              <a:t>MemberId</a:t>
            </a:r>
            <a:r>
              <a:rPr lang="en-US" altLang="zh-TW" sz="2000" dirty="0">
                <a:latin typeface="Arial" panose="020B0604020202020204" pitchFamily="34" charset="0"/>
              </a:rPr>
              <a:t> = </a:t>
            </a:r>
            <a:r>
              <a:rPr lang="en-US" altLang="zh-TW" sz="2000" dirty="0" err="1">
                <a:latin typeface="Arial" panose="020B0604020202020204" pitchFamily="34" charset="0"/>
              </a:rPr>
              <a:t>db.Column</a:t>
            </a:r>
            <a:r>
              <a:rPr lang="en-US" altLang="zh-TW" sz="2000" dirty="0">
                <a:latin typeface="Arial" panose="020B0604020202020204" pitchFamily="34" charset="0"/>
              </a:rPr>
              <a:t>(</a:t>
            </a:r>
            <a:r>
              <a:rPr lang="en-US" altLang="zh-TW" sz="2000" dirty="0" err="1">
                <a:latin typeface="Arial" panose="020B0604020202020204" pitchFamily="34" charset="0"/>
              </a:rPr>
              <a:t>db.Integer</a:t>
            </a:r>
            <a:r>
              <a:rPr lang="en-US" altLang="zh-TW" sz="2000" dirty="0">
                <a:latin typeface="Arial" panose="020B0604020202020204" pitchFamily="34" charset="0"/>
              </a:rPr>
              <a:t>, </a:t>
            </a:r>
            <a:r>
              <a:rPr lang="en-US" altLang="zh-TW" sz="2000" dirty="0" err="1">
                <a:latin typeface="Arial" panose="020B0604020202020204" pitchFamily="34" charset="0"/>
              </a:rPr>
              <a:t>primary_key</a:t>
            </a:r>
            <a:r>
              <a:rPr lang="en-US" altLang="zh-TW" sz="2000" dirty="0">
                <a:latin typeface="Arial" panose="020B0604020202020204" pitchFamily="34" charset="0"/>
              </a:rPr>
              <a:t>=True)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Name = </a:t>
            </a:r>
            <a:r>
              <a:rPr lang="en-US" altLang="zh-TW" sz="2000" dirty="0" err="1">
                <a:latin typeface="Arial" panose="020B0604020202020204" pitchFamily="34" charset="0"/>
              </a:rPr>
              <a:t>db.Column</a:t>
            </a:r>
            <a:r>
              <a:rPr lang="en-US" altLang="zh-TW" sz="2000" dirty="0">
                <a:latin typeface="Arial" panose="020B0604020202020204" pitchFamily="34" charset="0"/>
              </a:rPr>
              <a:t>(</a:t>
            </a:r>
            <a:r>
              <a:rPr lang="en-US" altLang="zh-TW" sz="2000" dirty="0" err="1">
                <a:latin typeface="Arial" panose="020B0604020202020204" pitchFamily="34" charset="0"/>
              </a:rPr>
              <a:t>db.Text</a:t>
            </a:r>
            <a:r>
              <a:rPr lang="en-US" altLang="zh-TW" sz="2000" dirty="0">
                <a:latin typeface="Arial" panose="020B0604020202020204" pitchFamily="34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Email = </a:t>
            </a:r>
            <a:r>
              <a:rPr lang="en-US" altLang="zh-TW" sz="2000" dirty="0" err="1">
                <a:latin typeface="Arial" panose="020B0604020202020204" pitchFamily="34" charset="0"/>
              </a:rPr>
              <a:t>db.Column</a:t>
            </a:r>
            <a:r>
              <a:rPr lang="en-US" altLang="zh-TW" sz="2000" dirty="0">
                <a:latin typeface="Arial" panose="020B0604020202020204" pitchFamily="34" charset="0"/>
              </a:rPr>
              <a:t>(</a:t>
            </a:r>
            <a:r>
              <a:rPr lang="en-US" altLang="zh-TW" sz="2000" dirty="0" err="1">
                <a:latin typeface="Arial" panose="020B0604020202020204" pitchFamily="34" charset="0"/>
              </a:rPr>
              <a:t>db.Text</a:t>
            </a:r>
            <a:r>
              <a:rPr lang="en-US" altLang="zh-TW" sz="2000" dirty="0">
                <a:latin typeface="Arial" panose="020B0604020202020204" pitchFamily="34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Age = </a:t>
            </a:r>
            <a:r>
              <a:rPr lang="en-US" altLang="zh-TW" sz="2000" dirty="0" err="1">
                <a:latin typeface="Arial" panose="020B0604020202020204" pitchFamily="34" charset="0"/>
              </a:rPr>
              <a:t>db.Column</a:t>
            </a:r>
            <a:r>
              <a:rPr lang="en-US" altLang="zh-TW" sz="2000" dirty="0">
                <a:latin typeface="Arial" panose="020B0604020202020204" pitchFamily="34" charset="0"/>
              </a:rPr>
              <a:t>(</a:t>
            </a:r>
            <a:r>
              <a:rPr lang="en-US" altLang="zh-TW" sz="2000" dirty="0" err="1">
                <a:latin typeface="Arial" panose="020B0604020202020204" pitchFamily="34" charset="0"/>
              </a:rPr>
              <a:t>db.Integer</a:t>
            </a:r>
            <a:r>
              <a:rPr lang="en-US" altLang="zh-TW" sz="2000" dirty="0">
                <a:latin typeface="Arial" panose="020B0604020202020204" pitchFamily="34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</a:t>
            </a:r>
            <a:r>
              <a:rPr lang="en-US" altLang="zh-TW" sz="2000" dirty="0" err="1">
                <a:latin typeface="Arial" panose="020B0604020202020204" pitchFamily="34" charset="0"/>
              </a:rPr>
              <a:t>FileName</a:t>
            </a:r>
            <a:r>
              <a:rPr lang="en-US" altLang="zh-TW" sz="2000" dirty="0">
                <a:latin typeface="Arial" panose="020B0604020202020204" pitchFamily="34" charset="0"/>
              </a:rPr>
              <a:t> = </a:t>
            </a:r>
            <a:r>
              <a:rPr lang="en-US" altLang="zh-TW" sz="2000" dirty="0" err="1">
                <a:latin typeface="Arial" panose="020B0604020202020204" pitchFamily="34" charset="0"/>
              </a:rPr>
              <a:t>db.Column</a:t>
            </a:r>
            <a:r>
              <a:rPr lang="en-US" altLang="zh-TW" sz="2000" dirty="0">
                <a:latin typeface="Arial" panose="020B0604020202020204" pitchFamily="34" charset="0"/>
              </a:rPr>
              <a:t>(</a:t>
            </a:r>
            <a:r>
              <a:rPr lang="en-US" altLang="zh-TW" sz="2000" dirty="0" err="1">
                <a:latin typeface="Arial" panose="020B0604020202020204" pitchFamily="34" charset="0"/>
              </a:rPr>
              <a:t>db.Text</a:t>
            </a:r>
            <a:r>
              <a:rPr lang="en-US" altLang="zh-TW" sz="2000" dirty="0">
                <a:latin typeface="Arial" panose="020B0604020202020204" pitchFamily="34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Password = </a:t>
            </a:r>
            <a:r>
              <a:rPr lang="en-US" altLang="zh-TW" sz="2000" dirty="0" err="1">
                <a:latin typeface="Arial" panose="020B0604020202020204" pitchFamily="34" charset="0"/>
              </a:rPr>
              <a:t>db.Column</a:t>
            </a:r>
            <a:r>
              <a:rPr lang="en-US" altLang="zh-TW" sz="2000" dirty="0">
                <a:latin typeface="Arial" panose="020B0604020202020204" pitchFamily="34" charset="0"/>
              </a:rPr>
              <a:t>(</a:t>
            </a:r>
            <a:r>
              <a:rPr lang="en-US" altLang="zh-TW" sz="2000" dirty="0" err="1">
                <a:latin typeface="Arial" panose="020B0604020202020204" pitchFamily="34" charset="0"/>
              </a:rPr>
              <a:t>db.Text</a:t>
            </a:r>
            <a:r>
              <a:rPr lang="en-US" altLang="zh-TW" sz="2000" dirty="0">
                <a:latin typeface="Arial" panose="020B0604020202020204" pitchFamily="34" charset="0"/>
              </a:rPr>
              <a:t>)</a:t>
            </a:r>
            <a:endParaRPr lang="zh-TW" altLang="en-US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268499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F3FACC-D287-D105-3E3A-6E5841C8D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Flask RESTful </a:t>
            </a:r>
            <a:r>
              <a:rPr lang="en-US" altLang="zh-TW" dirty="0" err="1"/>
              <a:t>api</a:t>
            </a:r>
            <a:r>
              <a:rPr lang="en-US" altLang="zh-TW" dirty="0"/>
              <a:t> </a:t>
            </a:r>
            <a:r>
              <a:rPr lang="zh-TW" altLang="en-US" dirty="0"/>
              <a:t>的 </a:t>
            </a:r>
            <a:r>
              <a:rPr lang="en-US" altLang="zh-TW" dirty="0"/>
              <a:t>CRUD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C81DE3B-626C-D5AF-9663-3EB20E0B6F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TW" altLang="en-US" dirty="0"/>
              <a:t>基本架構 </a:t>
            </a:r>
            <a:r>
              <a:rPr lang="en-US" altLang="zh-TW" dirty="0"/>
              <a:t>resources/member_api.py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59022E-E593-FCC7-F9CB-5869E8BED8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100</a:t>
            </a:fld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B00472-0C06-E00E-CDAD-0A1DE52FF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7" y="3842535"/>
            <a:ext cx="5257801" cy="288900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class </a:t>
            </a:r>
            <a:r>
              <a:rPr lang="en-US" altLang="zh-TW" sz="2000" dirty="0" err="1">
                <a:latin typeface="Arial" panose="020B0604020202020204" pitchFamily="34" charset="0"/>
              </a:rPr>
              <a:t>MembersResource</a:t>
            </a:r>
            <a:r>
              <a:rPr lang="en-US" altLang="zh-TW" sz="2000" dirty="0">
                <a:latin typeface="Arial" panose="020B0604020202020204" pitchFamily="34" charset="0"/>
              </a:rPr>
              <a:t>(Resource):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def get(self):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"""</a:t>
            </a:r>
            <a:r>
              <a:rPr lang="zh-TW" altLang="en-US" sz="2000" dirty="0">
                <a:latin typeface="Arial" panose="020B0604020202020204" pitchFamily="34" charset="0"/>
              </a:rPr>
              <a:t>讀取所有會員</a:t>
            </a:r>
            <a:r>
              <a:rPr lang="en-US" altLang="zh-TW" sz="2000" dirty="0">
                <a:latin typeface="Arial" panose="020B0604020202020204" pitchFamily="34" charset="0"/>
              </a:rPr>
              <a:t>"""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pass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def post(self):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"""</a:t>
            </a:r>
            <a:r>
              <a:rPr lang="zh-TW" altLang="en-US" sz="2000" dirty="0">
                <a:latin typeface="Arial" panose="020B0604020202020204" pitchFamily="34" charset="0"/>
              </a:rPr>
              <a:t>新增會員</a:t>
            </a:r>
            <a:r>
              <a:rPr lang="en-US" altLang="zh-TW" sz="2000" dirty="0">
                <a:latin typeface="Arial" panose="020B0604020202020204" pitchFamily="34" charset="0"/>
              </a:rPr>
              <a:t>"""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pass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2000" dirty="0"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2861FE3-18D0-1F9C-EEE3-B3599A5C5B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1790" y="1975347"/>
            <a:ext cx="5257801" cy="390417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class </a:t>
            </a:r>
            <a:r>
              <a:rPr lang="en-US" altLang="zh-TW" sz="2000" dirty="0" err="1">
                <a:latin typeface="Arial" panose="020B0604020202020204" pitchFamily="34" charset="0"/>
              </a:rPr>
              <a:t>MemberResource</a:t>
            </a:r>
            <a:r>
              <a:rPr lang="en-US" altLang="zh-TW" sz="2000" dirty="0">
                <a:latin typeface="Arial" panose="020B0604020202020204" pitchFamily="34" charset="0"/>
              </a:rPr>
              <a:t>(Resource):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def get(self, id):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"""</a:t>
            </a:r>
            <a:r>
              <a:rPr lang="zh-TW" altLang="en-US" sz="2000" dirty="0">
                <a:latin typeface="Arial" panose="020B0604020202020204" pitchFamily="34" charset="0"/>
              </a:rPr>
              <a:t>讀取單筆會員</a:t>
            </a:r>
            <a:r>
              <a:rPr lang="en-US" altLang="zh-TW" sz="2000" dirty="0">
                <a:latin typeface="Arial" panose="020B0604020202020204" pitchFamily="34" charset="0"/>
              </a:rPr>
              <a:t>"""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pass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def put(self, id):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"""</a:t>
            </a:r>
            <a:r>
              <a:rPr lang="zh-TW" altLang="en-US" sz="2000" dirty="0">
                <a:latin typeface="Arial" panose="020B0604020202020204" pitchFamily="34" charset="0"/>
              </a:rPr>
              <a:t>修改單筆會員</a:t>
            </a:r>
            <a:r>
              <a:rPr lang="en-US" altLang="zh-TW" sz="2000" dirty="0">
                <a:latin typeface="Arial" panose="020B0604020202020204" pitchFamily="34" charset="0"/>
              </a:rPr>
              <a:t>"""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pass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def delete(self, id):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"""</a:t>
            </a:r>
            <a:r>
              <a:rPr lang="zh-TW" altLang="en-US" sz="2000" dirty="0">
                <a:latin typeface="Arial" panose="020B0604020202020204" pitchFamily="34" charset="0"/>
              </a:rPr>
              <a:t>刪除單筆會員</a:t>
            </a:r>
            <a:r>
              <a:rPr lang="en-US" altLang="zh-TW" sz="2000" dirty="0">
                <a:latin typeface="Arial" panose="020B0604020202020204" pitchFamily="34" charset="0"/>
              </a:rPr>
              <a:t>"""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pass</a:t>
            </a:r>
            <a:endParaRPr lang="zh-TW" altLang="en-US" sz="2000" dirty="0">
              <a:latin typeface="Arial" panose="020B060402020202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CEE6D52-DC35-389A-A9C4-1C12EE6B0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7" y="1975347"/>
            <a:ext cx="5257801" cy="166114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from flask import request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from </a:t>
            </a:r>
            <a:r>
              <a:rPr lang="en-US" altLang="zh-TW" sz="2000" dirty="0" err="1">
                <a:latin typeface="Arial" panose="020B0604020202020204" pitchFamily="34" charset="0"/>
              </a:rPr>
              <a:t>flask_restful</a:t>
            </a:r>
            <a:r>
              <a:rPr lang="en-US" altLang="zh-TW" sz="2000" dirty="0">
                <a:latin typeface="Arial" panose="020B0604020202020204" pitchFamily="34" charset="0"/>
              </a:rPr>
              <a:t> import Resource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from models import </a:t>
            </a:r>
            <a:r>
              <a:rPr lang="en-US" altLang="zh-TW" sz="2000" dirty="0" err="1">
                <a:latin typeface="Arial" panose="020B0604020202020204" pitchFamily="34" charset="0"/>
              </a:rPr>
              <a:t>db</a:t>
            </a:r>
            <a:endParaRPr lang="en-US" altLang="zh-TW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from </a:t>
            </a:r>
            <a:r>
              <a:rPr lang="en-US" altLang="zh-TW" sz="2000" dirty="0" err="1">
                <a:latin typeface="Arial" panose="020B0604020202020204" pitchFamily="34" charset="0"/>
              </a:rPr>
              <a:t>models.member_model</a:t>
            </a:r>
            <a:r>
              <a:rPr lang="en-US" altLang="zh-TW" sz="2000" dirty="0">
                <a:latin typeface="Arial" panose="020B0604020202020204" pitchFamily="34" charset="0"/>
              </a:rPr>
              <a:t> import Member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from </a:t>
            </a:r>
            <a:r>
              <a:rPr lang="en-US" altLang="zh-TW" sz="2000" dirty="0" err="1">
                <a:latin typeface="Arial" panose="020B0604020202020204" pitchFamily="34" charset="0"/>
              </a:rPr>
              <a:t>sqlalchemy.exc</a:t>
            </a:r>
            <a:r>
              <a:rPr lang="en-US" altLang="zh-TW" sz="2000" dirty="0">
                <a:latin typeface="Arial" panose="020B0604020202020204" pitchFamily="34" charset="0"/>
              </a:rPr>
              <a:t> import </a:t>
            </a:r>
            <a:r>
              <a:rPr lang="en-US" altLang="zh-TW" sz="2000" dirty="0" err="1">
                <a:latin typeface="Arial" panose="020B0604020202020204" pitchFamily="34" charset="0"/>
              </a:rPr>
              <a:t>SQLAlchemyError</a:t>
            </a:r>
            <a:endParaRPr lang="zh-TW" altLang="en-US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3836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BFF41-75CC-48D0-1106-B304A2898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D7DEA2-75B1-1846-C3D1-9A54FA2A4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讀取所有會員資料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D3F3097-7F37-2435-FE6D-C7B0E4B63D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E131F8-A981-CB6F-BA69-FF73B23FE9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101</a:t>
            </a:fld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DD8EA0-5A2B-AAFE-F6EA-50B15F28B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1334168"/>
            <a:ext cx="10515599" cy="516175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def get(self):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"""</a:t>
            </a:r>
            <a:r>
              <a:rPr lang="zh-TW" altLang="en-US" sz="2000" dirty="0">
                <a:latin typeface="Arial" panose="020B0604020202020204" pitchFamily="34" charset="0"/>
              </a:rPr>
              <a:t>讀取所有會員</a:t>
            </a:r>
            <a:r>
              <a:rPr lang="en-US" altLang="zh-TW" sz="2000" dirty="0">
                <a:latin typeface="Arial" panose="020B0604020202020204" pitchFamily="34" charset="0"/>
              </a:rPr>
              <a:t>"""</a:t>
            </a:r>
          </a:p>
          <a:p>
            <a:pPr>
              <a:spcBef>
                <a:spcPct val="0"/>
              </a:spcBef>
              <a:buNone/>
            </a:pPr>
            <a:r>
              <a:rPr lang="zh-TW" altLang="en-US" sz="2000" dirty="0">
                <a:latin typeface="Arial" panose="020B0604020202020204" pitchFamily="34" charset="0"/>
              </a:rPr>
              <a:t>        </a:t>
            </a:r>
            <a:r>
              <a:rPr lang="en-US" altLang="zh-TW" sz="2000" dirty="0">
                <a:latin typeface="Arial" panose="020B0604020202020204" pitchFamily="34" charset="0"/>
              </a:rPr>
              <a:t>#</a:t>
            </a:r>
            <a:r>
              <a:rPr lang="zh-TW" altLang="en-US" sz="2000" dirty="0">
                <a:latin typeface="Arial" panose="020B0604020202020204" pitchFamily="34" charset="0"/>
              </a:rPr>
              <a:t> 從資料庫讀取所有會員資料，放進 </a:t>
            </a:r>
            <a:r>
              <a:rPr lang="en-US" altLang="zh-TW" sz="2000" dirty="0">
                <a:latin typeface="Arial" panose="020B0604020202020204" pitchFamily="34" charset="0"/>
              </a:rPr>
              <a:t>members </a:t>
            </a:r>
            <a:r>
              <a:rPr lang="zh-TW" altLang="en-US" sz="2000" dirty="0">
                <a:latin typeface="Arial" panose="020B0604020202020204" pitchFamily="34" charset="0"/>
              </a:rPr>
              <a:t>變數中</a:t>
            </a:r>
            <a:endParaRPr lang="en-US" altLang="zh-TW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members = </a:t>
            </a:r>
            <a:r>
              <a:rPr lang="en-US" altLang="zh-TW" sz="2000" dirty="0" err="1">
                <a:latin typeface="Arial" panose="020B0604020202020204" pitchFamily="34" charset="0"/>
              </a:rPr>
              <a:t>Member.query.all</a:t>
            </a:r>
            <a:r>
              <a:rPr lang="en-US" altLang="zh-TW" sz="2000" dirty="0">
                <a:latin typeface="Arial" panose="020B0604020202020204" pitchFamily="34" charset="0"/>
              </a:rPr>
              <a:t>()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2000" dirty="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None/>
            </a:pPr>
            <a:r>
              <a:rPr lang="zh-TW" altLang="en-US" sz="2000" dirty="0">
                <a:latin typeface="Arial" panose="020B0604020202020204" pitchFamily="34" charset="0"/>
              </a:rPr>
              <a:t>       </a:t>
            </a:r>
            <a:r>
              <a:rPr lang="en-US" altLang="zh-TW" sz="2000" dirty="0">
                <a:latin typeface="Arial" panose="020B0604020202020204" pitchFamily="34" charset="0"/>
              </a:rPr>
              <a:t>#</a:t>
            </a:r>
            <a:r>
              <a:rPr lang="zh-TW" altLang="en-US" sz="2000" dirty="0">
                <a:latin typeface="Arial" panose="020B0604020202020204" pitchFamily="34" charset="0"/>
              </a:rPr>
              <a:t> </a:t>
            </a:r>
            <a:r>
              <a:rPr lang="zh-TW" altLang="en-US" sz="2000" dirty="0"/>
              <a:t>串列解析式 </a:t>
            </a:r>
            <a:r>
              <a:rPr lang="en-US" altLang="zh-TW" sz="2000" dirty="0"/>
              <a:t>(List Comprehension)</a:t>
            </a:r>
            <a:r>
              <a:rPr lang="zh-TW" altLang="en-US" sz="2000" dirty="0"/>
              <a:t> </a:t>
            </a:r>
            <a:r>
              <a:rPr lang="en-US" altLang="zh-TW" sz="2000" dirty="0"/>
              <a:t>[{ ... } for m in members]</a:t>
            </a:r>
          </a:p>
          <a:p>
            <a:pPr>
              <a:spcBef>
                <a:spcPct val="0"/>
              </a:spcBef>
              <a:buNone/>
            </a:pPr>
            <a:r>
              <a:rPr lang="zh-TW" altLang="en-US" sz="2000" dirty="0">
                <a:latin typeface="Arial" panose="020B0604020202020204" pitchFamily="34" charset="0"/>
              </a:rPr>
              <a:t>       </a:t>
            </a:r>
            <a:r>
              <a:rPr lang="en-US" altLang="zh-TW" sz="2000" dirty="0">
                <a:latin typeface="Arial" panose="020B0604020202020204" pitchFamily="34" charset="0"/>
              </a:rPr>
              <a:t># </a:t>
            </a:r>
            <a:r>
              <a:rPr lang="zh-TW" altLang="en-US" sz="2000" dirty="0">
                <a:latin typeface="Arial" panose="020B0604020202020204" pitchFamily="34" charset="0"/>
              </a:rPr>
              <a:t>將物件轉為字典清單後，直接 </a:t>
            </a:r>
            <a:r>
              <a:rPr lang="en-US" altLang="zh-TW" sz="2000" dirty="0">
                <a:latin typeface="Arial" panose="020B0604020202020204" pitchFamily="34" charset="0"/>
              </a:rPr>
              <a:t>return </a:t>
            </a:r>
            <a:r>
              <a:rPr lang="zh-TW" altLang="en-US" sz="2000" dirty="0">
                <a:latin typeface="Arial" panose="020B0604020202020204" pitchFamily="34" charset="0"/>
              </a:rPr>
              <a:t>這個清單，</a:t>
            </a:r>
            <a:r>
              <a:rPr lang="en-US" altLang="zh-TW" sz="2000" dirty="0">
                <a:latin typeface="Arial" panose="020B0604020202020204" pitchFamily="34" charset="0"/>
              </a:rPr>
              <a:t> Flask-RESTful </a:t>
            </a:r>
            <a:r>
              <a:rPr lang="zh-TW" altLang="en-US" sz="2000" dirty="0">
                <a:latin typeface="Arial" panose="020B0604020202020204" pitchFamily="34" charset="0"/>
              </a:rPr>
              <a:t>會幫你轉成 </a:t>
            </a:r>
            <a:r>
              <a:rPr lang="en-US" altLang="zh-TW" sz="2000" dirty="0">
                <a:latin typeface="Arial" panose="020B0604020202020204" pitchFamily="34" charset="0"/>
              </a:rPr>
              <a:t>JSON</a:t>
            </a:r>
          </a:p>
          <a:p>
            <a:pPr>
              <a:spcBef>
                <a:spcPct val="0"/>
              </a:spcBef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return [{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    "</a:t>
            </a:r>
            <a:r>
              <a:rPr lang="en-US" altLang="zh-TW" sz="2000" dirty="0" err="1">
                <a:latin typeface="Arial" panose="020B0604020202020204" pitchFamily="34" charset="0"/>
              </a:rPr>
              <a:t>MemberId</a:t>
            </a:r>
            <a:r>
              <a:rPr lang="en-US" altLang="zh-TW" sz="2000" dirty="0">
                <a:latin typeface="Arial" panose="020B0604020202020204" pitchFamily="34" charset="0"/>
              </a:rPr>
              <a:t>": </a:t>
            </a:r>
            <a:r>
              <a:rPr lang="en-US" altLang="zh-TW" sz="2000" dirty="0" err="1">
                <a:latin typeface="Arial" panose="020B0604020202020204" pitchFamily="34" charset="0"/>
              </a:rPr>
              <a:t>m.MemberId</a:t>
            </a:r>
            <a:r>
              <a:rPr lang="en-US" altLang="zh-TW" sz="2000" dirty="0">
                <a:latin typeface="Arial" panose="020B0604020202020204" pitchFamily="34" charset="0"/>
              </a:rPr>
              <a:t>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    "Name": </a:t>
            </a:r>
            <a:r>
              <a:rPr lang="en-US" altLang="zh-TW" sz="2000" dirty="0" err="1">
                <a:latin typeface="Arial" panose="020B0604020202020204" pitchFamily="34" charset="0"/>
              </a:rPr>
              <a:t>m.Name</a:t>
            </a:r>
            <a:r>
              <a:rPr lang="en-US" altLang="zh-TW" sz="2000" dirty="0">
                <a:latin typeface="Arial" panose="020B0604020202020204" pitchFamily="34" charset="0"/>
              </a:rPr>
              <a:t>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    "Email": </a:t>
            </a:r>
            <a:r>
              <a:rPr lang="en-US" altLang="zh-TW" sz="2000" dirty="0" err="1">
                <a:latin typeface="Arial" panose="020B0604020202020204" pitchFamily="34" charset="0"/>
              </a:rPr>
              <a:t>m.Email</a:t>
            </a:r>
            <a:r>
              <a:rPr lang="en-US" altLang="zh-TW" sz="2000" dirty="0">
                <a:latin typeface="Arial" panose="020B0604020202020204" pitchFamily="34" charset="0"/>
              </a:rPr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    "Age": </a:t>
            </a:r>
            <a:r>
              <a:rPr lang="en-US" altLang="zh-TW" sz="2000" dirty="0" err="1">
                <a:latin typeface="Arial" panose="020B0604020202020204" pitchFamily="34" charset="0"/>
              </a:rPr>
              <a:t>m.Age</a:t>
            </a:r>
            <a:r>
              <a:rPr lang="en-US" altLang="zh-TW" sz="2000" dirty="0">
                <a:latin typeface="Arial" panose="020B0604020202020204" pitchFamily="34" charset="0"/>
              </a:rPr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    "</a:t>
            </a:r>
            <a:r>
              <a:rPr lang="en-US" altLang="zh-TW" sz="2000" dirty="0" err="1">
                <a:latin typeface="Arial" panose="020B0604020202020204" pitchFamily="34" charset="0"/>
              </a:rPr>
              <a:t>FileName</a:t>
            </a:r>
            <a:r>
              <a:rPr lang="en-US" altLang="zh-TW" sz="2000" dirty="0">
                <a:latin typeface="Arial" panose="020B0604020202020204" pitchFamily="34" charset="0"/>
              </a:rPr>
              <a:t>": </a:t>
            </a:r>
            <a:r>
              <a:rPr lang="en-US" altLang="zh-TW" sz="2000" dirty="0" err="1">
                <a:latin typeface="Arial" panose="020B0604020202020204" pitchFamily="34" charset="0"/>
              </a:rPr>
              <a:t>m.FileName</a:t>
            </a:r>
            <a:endParaRPr lang="en-US" altLang="zh-TW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} for m in members], 200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2000" dirty="0">
                <a:latin typeface="Arial" panose="020B0604020202020204" pitchFamily="34" charset="0"/>
              </a:rPr>
              <a:t>        </a:t>
            </a:r>
            <a:endParaRPr lang="en-US" altLang="zh-TW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2000" dirty="0">
                <a:latin typeface="Arial" panose="020B0604020202020204" pitchFamily="34" charset="0"/>
              </a:rPr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56713791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07531-4D87-DC6C-5574-32EDCBF8E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71616C-A139-0A56-0AEE-3B31CA048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根據會員編號讀取單筆資料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2E392A0-A5DF-07BA-1261-E9445732935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7A57C2-E32F-A7D2-C800-B5A87951C1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102</a:t>
            </a:fld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976549-7FA3-1D51-50FE-84011299A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1334168"/>
            <a:ext cx="10515599" cy="420360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def get(self, </a:t>
            </a:r>
            <a:r>
              <a:rPr lang="en-US" altLang="zh-TW" sz="2000" b="1" dirty="0">
                <a:solidFill>
                  <a:srgbClr val="C00000"/>
                </a:solidFill>
                <a:latin typeface="Arial" panose="020B0604020202020204" pitchFamily="34" charset="0"/>
              </a:rPr>
              <a:t>id</a:t>
            </a:r>
            <a:r>
              <a:rPr lang="en-US" altLang="zh-TW" sz="2000" dirty="0">
                <a:latin typeface="Arial" panose="020B0604020202020204" pitchFamily="34" charset="0"/>
              </a:rPr>
              <a:t>):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"""</a:t>
            </a:r>
            <a:r>
              <a:rPr lang="zh-TW" altLang="en-US" sz="2000" dirty="0">
                <a:latin typeface="Arial" panose="020B0604020202020204" pitchFamily="34" charset="0"/>
              </a:rPr>
              <a:t>讀取單筆會員</a:t>
            </a:r>
            <a:r>
              <a:rPr lang="en-US" altLang="zh-TW" sz="2000" dirty="0">
                <a:latin typeface="Arial" panose="020B0604020202020204" pitchFamily="34" charset="0"/>
              </a:rPr>
              <a:t>"""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member = </a:t>
            </a:r>
            <a:r>
              <a:rPr lang="en-US" altLang="zh-TW" sz="2000" dirty="0" err="1">
                <a:latin typeface="Arial" panose="020B0604020202020204" pitchFamily="34" charset="0"/>
              </a:rPr>
              <a:t>Member.query.get</a:t>
            </a:r>
            <a:r>
              <a:rPr lang="en-US" altLang="zh-TW" sz="2000" dirty="0">
                <a:latin typeface="Arial" panose="020B0604020202020204" pitchFamily="34" charset="0"/>
              </a:rPr>
              <a:t>(id)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if not member: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    return {"message": "</a:t>
            </a:r>
            <a:r>
              <a:rPr lang="zh-TW" altLang="en-US" sz="2000" dirty="0">
                <a:latin typeface="Arial" panose="020B0604020202020204" pitchFamily="34" charset="0"/>
              </a:rPr>
              <a:t>找不到該成員</a:t>
            </a:r>
            <a:r>
              <a:rPr lang="en-US" altLang="zh-TW" sz="2000" dirty="0">
                <a:latin typeface="Arial" panose="020B0604020202020204" pitchFamily="34" charset="0"/>
              </a:rPr>
              <a:t>"}, 404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return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    "</a:t>
            </a:r>
            <a:r>
              <a:rPr lang="en-US" altLang="zh-TW" sz="2000" dirty="0" err="1">
                <a:latin typeface="Arial" panose="020B0604020202020204" pitchFamily="34" charset="0"/>
              </a:rPr>
              <a:t>MemberId</a:t>
            </a:r>
            <a:r>
              <a:rPr lang="en-US" altLang="zh-TW" sz="2000" dirty="0">
                <a:latin typeface="Arial" panose="020B0604020202020204" pitchFamily="34" charset="0"/>
              </a:rPr>
              <a:t>": </a:t>
            </a:r>
            <a:r>
              <a:rPr lang="en-US" altLang="zh-TW" sz="2000" dirty="0" err="1">
                <a:latin typeface="Arial" panose="020B0604020202020204" pitchFamily="34" charset="0"/>
              </a:rPr>
              <a:t>member.MemberId</a:t>
            </a:r>
            <a:r>
              <a:rPr lang="en-US" altLang="zh-TW" sz="2000" dirty="0">
                <a:latin typeface="Arial" panose="020B0604020202020204" pitchFamily="34" charset="0"/>
              </a:rPr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    "Name": </a:t>
            </a:r>
            <a:r>
              <a:rPr lang="en-US" altLang="zh-TW" sz="2000" dirty="0" err="1">
                <a:latin typeface="Arial" panose="020B0604020202020204" pitchFamily="34" charset="0"/>
              </a:rPr>
              <a:t>member.Name</a:t>
            </a:r>
            <a:r>
              <a:rPr lang="en-US" altLang="zh-TW" sz="2000" dirty="0">
                <a:latin typeface="Arial" panose="020B0604020202020204" pitchFamily="34" charset="0"/>
              </a:rPr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    "Email": </a:t>
            </a:r>
            <a:r>
              <a:rPr lang="en-US" altLang="zh-TW" sz="2000" dirty="0" err="1">
                <a:latin typeface="Arial" panose="020B0604020202020204" pitchFamily="34" charset="0"/>
              </a:rPr>
              <a:t>member.Email</a:t>
            </a:r>
            <a:r>
              <a:rPr lang="en-US" altLang="zh-TW" sz="2000" dirty="0">
                <a:latin typeface="Arial" panose="020B0604020202020204" pitchFamily="34" charset="0"/>
              </a:rPr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    "Age": </a:t>
            </a:r>
            <a:r>
              <a:rPr lang="en-US" altLang="zh-TW" sz="2000" dirty="0" err="1">
                <a:latin typeface="Arial" panose="020B0604020202020204" pitchFamily="34" charset="0"/>
              </a:rPr>
              <a:t>member.Age</a:t>
            </a:r>
            <a:r>
              <a:rPr lang="en-US" altLang="zh-TW" sz="2000" dirty="0">
                <a:latin typeface="Arial" panose="020B0604020202020204" pitchFamily="34" charset="0"/>
              </a:rPr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    "</a:t>
            </a:r>
            <a:r>
              <a:rPr lang="en-US" altLang="zh-TW" sz="2000" dirty="0" err="1">
                <a:latin typeface="Arial" panose="020B0604020202020204" pitchFamily="34" charset="0"/>
              </a:rPr>
              <a:t>FileName</a:t>
            </a:r>
            <a:r>
              <a:rPr lang="en-US" altLang="zh-TW" sz="2000" dirty="0">
                <a:latin typeface="Arial" panose="020B0604020202020204" pitchFamily="34" charset="0"/>
              </a:rPr>
              <a:t>": </a:t>
            </a:r>
            <a:r>
              <a:rPr lang="en-US" altLang="zh-TW" sz="2000" dirty="0" err="1">
                <a:latin typeface="Arial" panose="020B0604020202020204" pitchFamily="34" charset="0"/>
              </a:rPr>
              <a:t>member.FileName</a:t>
            </a:r>
            <a:endParaRPr lang="en-US" altLang="zh-TW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}, 200</a:t>
            </a:r>
            <a:r>
              <a:rPr lang="zh-TW" altLang="en-US" sz="2000" dirty="0">
                <a:latin typeface="Arial" panose="020B0604020202020204" pitchFamily="34" charset="0"/>
              </a:rPr>
              <a:t>        </a:t>
            </a:r>
            <a:endParaRPr lang="en-US" altLang="zh-TW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2000" dirty="0">
                <a:latin typeface="Arial" panose="020B0604020202020204" pitchFamily="34" charset="0"/>
              </a:rPr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82259666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74989-89AC-2106-F4C3-EC86D62F2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0A8C3A-4988-B645-A214-F69743853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新增會員資料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C40A847-DC33-3B69-AE31-13C663D75F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3DDBC53-50A9-6A68-CA1A-D6DED00340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103</a:t>
            </a:fld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459EE9-5CDC-85EC-8199-4EAFD1339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1136112"/>
            <a:ext cx="10515599" cy="559542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def post(self):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"""</a:t>
            </a:r>
            <a:r>
              <a:rPr lang="zh-TW" altLang="en-US" sz="2000" dirty="0">
                <a:latin typeface="Arial" panose="020B0604020202020204" pitchFamily="34" charset="0"/>
              </a:rPr>
              <a:t>新增會員 </a:t>
            </a:r>
            <a:r>
              <a:rPr lang="en-US" altLang="zh-TW" sz="2000" dirty="0">
                <a:latin typeface="Arial" panose="020B0604020202020204" pitchFamily="34" charset="0"/>
              </a:rPr>
              <a:t>(</a:t>
            </a:r>
            <a:r>
              <a:rPr lang="zh-TW" altLang="en-US" sz="2000" dirty="0">
                <a:latin typeface="Arial" panose="020B0604020202020204" pitchFamily="34" charset="0"/>
              </a:rPr>
              <a:t>包含檔案與資料</a:t>
            </a:r>
            <a:r>
              <a:rPr lang="en-US" altLang="zh-TW" sz="2000" dirty="0">
                <a:latin typeface="Arial" panose="020B0604020202020204" pitchFamily="34" charset="0"/>
              </a:rPr>
              <a:t>)"""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name = </a:t>
            </a:r>
            <a:r>
              <a:rPr lang="en-US" altLang="zh-TW" sz="2000" dirty="0" err="1">
                <a:latin typeface="Arial" panose="020B0604020202020204" pitchFamily="34" charset="0"/>
              </a:rPr>
              <a:t>request.form.get</a:t>
            </a:r>
            <a:r>
              <a:rPr lang="en-US" altLang="zh-TW" sz="2000" dirty="0">
                <a:latin typeface="Arial" panose="020B0604020202020204" pitchFamily="34" charset="0"/>
              </a:rPr>
              <a:t>("Name")</a:t>
            </a:r>
            <a:r>
              <a:rPr lang="zh-TW" altLang="en-US" sz="2000" dirty="0">
                <a:latin typeface="Arial" panose="020B0604020202020204" pitchFamily="34" charset="0"/>
              </a:rPr>
              <a:t>   </a:t>
            </a:r>
            <a:r>
              <a:rPr lang="en-US" altLang="zh-TW" sz="2000" dirty="0">
                <a:latin typeface="Arial" panose="020B0604020202020204" pitchFamily="34" charset="0"/>
              </a:rPr>
              <a:t>#</a:t>
            </a:r>
            <a:r>
              <a:rPr lang="zh-TW" altLang="en-US" sz="2000" dirty="0">
                <a:latin typeface="Arial" panose="020B0604020202020204" pitchFamily="34" charset="0"/>
              </a:rPr>
              <a:t>接收從瀏覽器傳過來的資料</a:t>
            </a:r>
            <a:endParaRPr lang="en-US" altLang="zh-TW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email = </a:t>
            </a:r>
            <a:r>
              <a:rPr lang="en-US" altLang="zh-TW" sz="2000" dirty="0" err="1">
                <a:latin typeface="Arial" panose="020B0604020202020204" pitchFamily="34" charset="0"/>
              </a:rPr>
              <a:t>request.form.get</a:t>
            </a:r>
            <a:r>
              <a:rPr lang="en-US" altLang="zh-TW" sz="2000" dirty="0">
                <a:latin typeface="Arial" panose="020B0604020202020204" pitchFamily="34" charset="0"/>
              </a:rPr>
              <a:t>("Email")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#</a:t>
            </a:r>
            <a:r>
              <a:rPr lang="zh-TW" altLang="en-US" sz="2000" dirty="0">
                <a:latin typeface="Arial" panose="020B0604020202020204" pitchFamily="34" charset="0"/>
              </a:rPr>
              <a:t> 將接收到的資料放進 </a:t>
            </a:r>
            <a:r>
              <a:rPr lang="en-US" altLang="zh-TW" sz="2000" dirty="0">
                <a:latin typeface="Arial" panose="020B0604020202020204" pitchFamily="34" charset="0"/>
              </a:rPr>
              <a:t>Member </a:t>
            </a:r>
            <a:r>
              <a:rPr lang="zh-TW" altLang="en-US" sz="2000" dirty="0">
                <a:latin typeface="Arial" panose="020B0604020202020204" pitchFamily="34" charset="0"/>
              </a:rPr>
              <a:t>物件中</a:t>
            </a:r>
            <a:endParaRPr lang="en-US" altLang="zh-TW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</a:t>
            </a:r>
            <a:r>
              <a:rPr lang="en-US" altLang="zh-TW" sz="2000" dirty="0" err="1">
                <a:latin typeface="Arial" panose="020B0604020202020204" pitchFamily="34" charset="0"/>
              </a:rPr>
              <a:t>new_member</a:t>
            </a:r>
            <a:r>
              <a:rPr lang="en-US" altLang="zh-TW" sz="2000" dirty="0">
                <a:latin typeface="Arial" panose="020B0604020202020204" pitchFamily="34" charset="0"/>
              </a:rPr>
              <a:t> = Member(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    Name=name,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    Email=email,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try: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    </a:t>
            </a:r>
            <a:r>
              <a:rPr lang="en-US" altLang="zh-TW" sz="2000" dirty="0" err="1">
                <a:latin typeface="Arial" panose="020B0604020202020204" pitchFamily="34" charset="0"/>
              </a:rPr>
              <a:t>db.session.add</a:t>
            </a:r>
            <a:r>
              <a:rPr lang="en-US" altLang="zh-TW" sz="2000" dirty="0">
                <a:latin typeface="Arial" panose="020B0604020202020204" pitchFamily="34" charset="0"/>
              </a:rPr>
              <a:t>(</a:t>
            </a:r>
            <a:r>
              <a:rPr lang="en-US" altLang="zh-TW" sz="2000" dirty="0" err="1">
                <a:latin typeface="Arial" panose="020B0604020202020204" pitchFamily="34" charset="0"/>
              </a:rPr>
              <a:t>new_member</a:t>
            </a:r>
            <a:r>
              <a:rPr lang="en-US" altLang="zh-TW" sz="2000" dirty="0">
                <a:latin typeface="Arial" panose="020B0604020202020204" pitchFamily="34" charset="0"/>
              </a:rPr>
              <a:t>)</a:t>
            </a:r>
            <a:r>
              <a:rPr lang="zh-TW" altLang="en-US" sz="2000" dirty="0">
                <a:latin typeface="Arial" panose="020B0604020202020204" pitchFamily="34" charset="0"/>
              </a:rPr>
              <a:t>  </a:t>
            </a:r>
            <a:r>
              <a:rPr lang="en-US" altLang="zh-TW" sz="2000" dirty="0">
                <a:latin typeface="Arial" panose="020B0604020202020204" pitchFamily="34" charset="0"/>
              </a:rPr>
              <a:t>#</a:t>
            </a:r>
            <a:r>
              <a:rPr lang="zh-TW" altLang="en-US" sz="2000" dirty="0">
                <a:latin typeface="Arial" panose="020B0604020202020204" pitchFamily="34" charset="0"/>
              </a:rPr>
              <a:t> 先將資料放進暫存區</a:t>
            </a:r>
            <a:endParaRPr lang="en-US" altLang="zh-TW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    </a:t>
            </a:r>
            <a:r>
              <a:rPr lang="en-US" altLang="zh-TW" sz="2000" dirty="0" err="1">
                <a:latin typeface="Arial" panose="020B0604020202020204" pitchFamily="34" charset="0"/>
              </a:rPr>
              <a:t>db.session.commit</a:t>
            </a:r>
            <a:r>
              <a:rPr lang="en-US" altLang="zh-TW" sz="2000" dirty="0">
                <a:latin typeface="Arial" panose="020B0604020202020204" pitchFamily="34" charset="0"/>
              </a:rPr>
              <a:t>()</a:t>
            </a:r>
            <a:r>
              <a:rPr lang="zh-TW" altLang="en-US" sz="2000" dirty="0">
                <a:latin typeface="Arial" panose="020B0604020202020204" pitchFamily="34" charset="0"/>
              </a:rPr>
              <a:t>    </a:t>
            </a:r>
            <a:r>
              <a:rPr lang="en-US" altLang="zh-TW" sz="2000" dirty="0">
                <a:latin typeface="Arial" panose="020B0604020202020204" pitchFamily="34" charset="0"/>
              </a:rPr>
              <a:t>#</a:t>
            </a:r>
            <a:r>
              <a:rPr lang="zh-TW" altLang="en-US" sz="2000" dirty="0">
                <a:latin typeface="Arial" panose="020B0604020202020204" pitchFamily="34" charset="0"/>
              </a:rPr>
              <a:t> 將暫存區的資料新增到資料庫</a:t>
            </a:r>
            <a:endParaRPr lang="en-US" altLang="zh-TW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    return {"message": "</a:t>
            </a:r>
            <a:r>
              <a:rPr lang="zh-TW" altLang="en-US" sz="2000" dirty="0">
                <a:latin typeface="Arial" panose="020B0604020202020204" pitchFamily="34" charset="0"/>
              </a:rPr>
              <a:t>成功建立會員</a:t>
            </a:r>
            <a:r>
              <a:rPr lang="en-US" altLang="zh-TW" sz="2000" dirty="0">
                <a:latin typeface="Arial" panose="020B0604020202020204" pitchFamily="34" charset="0"/>
              </a:rPr>
              <a:t>", "id": </a:t>
            </a:r>
            <a:r>
              <a:rPr lang="en-US" altLang="zh-TW" sz="2000" dirty="0" err="1">
                <a:latin typeface="Arial" panose="020B0604020202020204" pitchFamily="34" charset="0"/>
              </a:rPr>
              <a:t>new_member.MemberId</a:t>
            </a:r>
            <a:r>
              <a:rPr lang="en-US" altLang="zh-TW" sz="2000" dirty="0">
                <a:latin typeface="Arial" panose="020B0604020202020204" pitchFamily="34" charset="0"/>
              </a:rPr>
              <a:t>}, 201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except </a:t>
            </a:r>
            <a:r>
              <a:rPr lang="en-US" altLang="zh-TW" sz="2000" dirty="0" err="1">
                <a:latin typeface="Arial" panose="020B0604020202020204" pitchFamily="34" charset="0"/>
              </a:rPr>
              <a:t>SQLAlchemyError</a:t>
            </a:r>
            <a:r>
              <a:rPr lang="en-US" altLang="zh-TW" sz="2000" dirty="0">
                <a:latin typeface="Arial" panose="020B0604020202020204" pitchFamily="34" charset="0"/>
              </a:rPr>
              <a:t> as e: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    </a:t>
            </a:r>
            <a:r>
              <a:rPr lang="en-US" altLang="zh-TW" sz="2000" dirty="0" err="1">
                <a:latin typeface="Arial" panose="020B0604020202020204" pitchFamily="34" charset="0"/>
              </a:rPr>
              <a:t>db.session.rollback</a:t>
            </a:r>
            <a:r>
              <a:rPr lang="en-US" altLang="zh-TW" sz="2000" dirty="0">
                <a:latin typeface="Arial" panose="020B0604020202020204" pitchFamily="34" charset="0"/>
              </a:rPr>
              <a:t>()</a:t>
            </a:r>
            <a:r>
              <a:rPr lang="zh-TW" altLang="en-US" sz="2000" dirty="0">
                <a:latin typeface="Arial" panose="020B0604020202020204" pitchFamily="34" charset="0"/>
              </a:rPr>
              <a:t>  </a:t>
            </a:r>
            <a:r>
              <a:rPr lang="en-US" altLang="zh-TW" sz="2000" dirty="0">
                <a:latin typeface="Arial" panose="020B0604020202020204" pitchFamily="34" charset="0"/>
              </a:rPr>
              <a:t>#</a:t>
            </a:r>
            <a:r>
              <a:rPr lang="zh-TW" altLang="en-US" sz="2000" dirty="0">
                <a:latin typeface="Arial" panose="020B0604020202020204" pitchFamily="34" charset="0"/>
              </a:rPr>
              <a:t> 資料庫異動如果有錯，將所有的異動還原</a:t>
            </a:r>
            <a:endParaRPr lang="en-US" altLang="zh-TW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    return {"message": "</a:t>
            </a:r>
            <a:r>
              <a:rPr lang="zh-TW" altLang="en-US" sz="2000" dirty="0">
                <a:latin typeface="Arial" panose="020B0604020202020204" pitchFamily="34" charset="0"/>
              </a:rPr>
              <a:t>資料庫寫入失敗</a:t>
            </a:r>
            <a:r>
              <a:rPr lang="en-US" altLang="zh-TW" sz="2000" dirty="0">
                <a:latin typeface="Arial" panose="020B0604020202020204" pitchFamily="34" charset="0"/>
              </a:rPr>
              <a:t>", "error": str(e)}, 500</a:t>
            </a:r>
            <a:r>
              <a:rPr lang="zh-TW" altLang="en-US" sz="2000" dirty="0">
                <a:latin typeface="Arial" panose="020B0604020202020204" pitchFamily="34" charset="0"/>
              </a:rPr>
              <a:t>        </a:t>
            </a:r>
            <a:endParaRPr lang="en-US" altLang="zh-TW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2000" dirty="0">
                <a:latin typeface="Arial" panose="020B0604020202020204" pitchFamily="34" charset="0"/>
              </a:rPr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324801996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6FDD7-E5A6-A61E-2FBA-03B80624C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897B30-CA60-FAA7-04CF-F792B3B4B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修改會員資料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E23C922-9C48-6426-5F50-9EE1536075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07E603-2701-C8DB-5045-C059673A95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104</a:t>
            </a:fld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B793C9-74CD-8A96-A267-5B9C9F286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1136112"/>
            <a:ext cx="10515599" cy="559542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def put(self, id):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"""</a:t>
            </a:r>
            <a:r>
              <a:rPr lang="zh-TW" altLang="en-US" sz="2000" dirty="0">
                <a:latin typeface="Arial" panose="020B0604020202020204" pitchFamily="34" charset="0"/>
              </a:rPr>
              <a:t>修改單筆會員</a:t>
            </a:r>
            <a:r>
              <a:rPr lang="en-US" altLang="zh-TW" sz="2000" dirty="0">
                <a:latin typeface="Arial" panose="020B0604020202020204" pitchFamily="34" charset="0"/>
              </a:rPr>
              <a:t>"""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member = </a:t>
            </a:r>
            <a:r>
              <a:rPr lang="en-US" altLang="zh-TW" sz="2000" dirty="0" err="1">
                <a:latin typeface="Arial" panose="020B0604020202020204" pitchFamily="34" charset="0"/>
              </a:rPr>
              <a:t>Member.query.get</a:t>
            </a:r>
            <a:r>
              <a:rPr lang="en-US" altLang="zh-TW" sz="2000" dirty="0">
                <a:latin typeface="Arial" panose="020B0604020202020204" pitchFamily="34" charset="0"/>
              </a:rPr>
              <a:t>(id)</a:t>
            </a:r>
            <a:r>
              <a:rPr lang="zh-TW" altLang="en-US" sz="2000" dirty="0">
                <a:latin typeface="Arial" panose="020B0604020202020204" pitchFamily="34" charset="0"/>
              </a:rPr>
              <a:t>  </a:t>
            </a:r>
            <a:r>
              <a:rPr lang="en-US" altLang="zh-TW" sz="2000" dirty="0">
                <a:latin typeface="Arial" panose="020B0604020202020204" pitchFamily="34" charset="0"/>
              </a:rPr>
              <a:t>#</a:t>
            </a:r>
            <a:r>
              <a:rPr lang="zh-TW" altLang="en-US" sz="2000" dirty="0">
                <a:latin typeface="Arial" panose="020B0604020202020204" pitchFamily="34" charset="0"/>
              </a:rPr>
              <a:t> </a:t>
            </a:r>
            <a:r>
              <a:rPr lang="en-US" altLang="zh-TW" sz="2000" dirty="0">
                <a:latin typeface="Arial" panose="020B0604020202020204" pitchFamily="34" charset="0"/>
              </a:rPr>
              <a:t>member </a:t>
            </a:r>
            <a:r>
              <a:rPr lang="zh-TW" altLang="en-US" sz="2000" dirty="0">
                <a:latin typeface="Arial" panose="020B0604020202020204" pitchFamily="34" charset="0"/>
              </a:rPr>
              <a:t>放的是你要更新的資料</a:t>
            </a:r>
            <a:endParaRPr lang="en-US" altLang="zh-TW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if not member: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    return {"message": "</a:t>
            </a:r>
            <a:r>
              <a:rPr lang="zh-TW" altLang="en-US" sz="2000" dirty="0">
                <a:latin typeface="Arial" panose="020B0604020202020204" pitchFamily="34" charset="0"/>
              </a:rPr>
              <a:t>找不到該成員</a:t>
            </a:r>
            <a:r>
              <a:rPr lang="en-US" altLang="zh-TW" sz="2000" dirty="0">
                <a:latin typeface="Arial" panose="020B0604020202020204" pitchFamily="34" charset="0"/>
              </a:rPr>
              <a:t>"}, 404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#</a:t>
            </a:r>
            <a:r>
              <a:rPr lang="zh-TW" altLang="en-US" sz="2000" dirty="0">
                <a:latin typeface="Arial" panose="020B0604020202020204" pitchFamily="34" charset="0"/>
              </a:rPr>
              <a:t> 接收從瀏覽器傳過來的資料，更新到 </a:t>
            </a:r>
            <a:r>
              <a:rPr lang="en-US" altLang="zh-TW" sz="2000" dirty="0">
                <a:latin typeface="Arial" panose="020B0604020202020204" pitchFamily="34" charset="0"/>
              </a:rPr>
              <a:t>member </a:t>
            </a:r>
            <a:r>
              <a:rPr lang="zh-TW" altLang="en-US" sz="2000" dirty="0">
                <a:latin typeface="Arial" panose="020B0604020202020204" pitchFamily="34" charset="0"/>
              </a:rPr>
              <a:t>中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2000" dirty="0">
                <a:latin typeface="Arial" panose="020B0604020202020204" pitchFamily="34" charset="0"/>
              </a:rPr>
              <a:t>        </a:t>
            </a:r>
            <a:r>
              <a:rPr lang="en-US" altLang="zh-TW" sz="2000" dirty="0" err="1">
                <a:latin typeface="Arial" panose="020B0604020202020204" pitchFamily="34" charset="0"/>
              </a:rPr>
              <a:t>member.Name</a:t>
            </a:r>
            <a:r>
              <a:rPr lang="en-US" altLang="zh-TW" sz="2000" dirty="0">
                <a:latin typeface="Arial" panose="020B0604020202020204" pitchFamily="34" charset="0"/>
              </a:rPr>
              <a:t> = </a:t>
            </a:r>
            <a:r>
              <a:rPr lang="en-US" altLang="zh-TW" sz="2000" dirty="0" err="1">
                <a:latin typeface="Arial" panose="020B0604020202020204" pitchFamily="34" charset="0"/>
              </a:rPr>
              <a:t>request.form.get</a:t>
            </a:r>
            <a:r>
              <a:rPr lang="en-US" altLang="zh-TW" sz="2000" dirty="0">
                <a:latin typeface="Arial" panose="020B0604020202020204" pitchFamily="34" charset="0"/>
              </a:rPr>
              <a:t>("Name", </a:t>
            </a:r>
            <a:r>
              <a:rPr lang="en-US" altLang="zh-TW" sz="2000" dirty="0" err="1">
                <a:latin typeface="Arial" panose="020B0604020202020204" pitchFamily="34" charset="0"/>
              </a:rPr>
              <a:t>member.Name</a:t>
            </a:r>
            <a:r>
              <a:rPr lang="en-US" altLang="zh-TW" sz="2000" dirty="0">
                <a:latin typeface="Arial" panose="020B0604020202020204" pitchFamily="34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</a:t>
            </a:r>
            <a:r>
              <a:rPr lang="en-US" altLang="zh-TW" sz="2000" dirty="0" err="1">
                <a:latin typeface="Arial" panose="020B0604020202020204" pitchFamily="34" charset="0"/>
              </a:rPr>
              <a:t>member.Email</a:t>
            </a:r>
            <a:r>
              <a:rPr lang="en-US" altLang="zh-TW" sz="2000" dirty="0">
                <a:latin typeface="Arial" panose="020B0604020202020204" pitchFamily="34" charset="0"/>
              </a:rPr>
              <a:t> = </a:t>
            </a:r>
            <a:r>
              <a:rPr lang="en-US" altLang="zh-TW" sz="2000" dirty="0" err="1">
                <a:latin typeface="Arial" panose="020B0604020202020204" pitchFamily="34" charset="0"/>
              </a:rPr>
              <a:t>request.form.get</a:t>
            </a:r>
            <a:r>
              <a:rPr lang="en-US" altLang="zh-TW" sz="2000" dirty="0">
                <a:latin typeface="Arial" panose="020B0604020202020204" pitchFamily="34" charset="0"/>
              </a:rPr>
              <a:t>("Email", </a:t>
            </a:r>
            <a:r>
              <a:rPr lang="en-US" altLang="zh-TW" sz="2000" dirty="0" err="1">
                <a:latin typeface="Arial" panose="020B0604020202020204" pitchFamily="34" charset="0"/>
              </a:rPr>
              <a:t>member.Email</a:t>
            </a:r>
            <a:r>
              <a:rPr lang="en-US" altLang="zh-TW" sz="2000" dirty="0">
                <a:latin typeface="Arial" panose="020B0604020202020204" pitchFamily="34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</a:t>
            </a:r>
            <a:r>
              <a:rPr lang="en-US" altLang="zh-TW" sz="2000" dirty="0" err="1">
                <a:latin typeface="Arial" panose="020B0604020202020204" pitchFamily="34" charset="0"/>
              </a:rPr>
              <a:t>member.Age</a:t>
            </a:r>
            <a:r>
              <a:rPr lang="en-US" altLang="zh-TW" sz="2000" dirty="0">
                <a:latin typeface="Arial" panose="020B0604020202020204" pitchFamily="34" charset="0"/>
              </a:rPr>
              <a:t> = </a:t>
            </a:r>
            <a:r>
              <a:rPr lang="en-US" altLang="zh-TW" sz="2000" dirty="0" err="1">
                <a:latin typeface="Arial" panose="020B0604020202020204" pitchFamily="34" charset="0"/>
              </a:rPr>
              <a:t>request.form.get</a:t>
            </a:r>
            <a:r>
              <a:rPr lang="en-US" altLang="zh-TW" sz="2000" dirty="0">
                <a:latin typeface="Arial" panose="020B0604020202020204" pitchFamily="34" charset="0"/>
              </a:rPr>
              <a:t>("Age", </a:t>
            </a:r>
            <a:r>
              <a:rPr lang="en-US" altLang="zh-TW" sz="2000" dirty="0" err="1">
                <a:latin typeface="Arial" panose="020B0604020202020204" pitchFamily="34" charset="0"/>
              </a:rPr>
              <a:t>member.Age</a:t>
            </a:r>
            <a:r>
              <a:rPr lang="en-US" altLang="zh-TW" sz="2000" dirty="0">
                <a:latin typeface="Arial" panose="020B0604020202020204" pitchFamily="34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try: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    </a:t>
            </a:r>
            <a:r>
              <a:rPr lang="en-US" altLang="zh-TW" sz="2000" dirty="0" err="1">
                <a:latin typeface="Arial" panose="020B0604020202020204" pitchFamily="34" charset="0"/>
              </a:rPr>
              <a:t>db.session.commit</a:t>
            </a:r>
            <a:r>
              <a:rPr lang="en-US" altLang="zh-TW" sz="2000" dirty="0">
                <a:latin typeface="Arial" panose="020B0604020202020204" pitchFamily="34" charset="0"/>
              </a:rPr>
              <a:t>()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    return {"message": "</a:t>
            </a:r>
            <a:r>
              <a:rPr lang="zh-TW" altLang="en-US" sz="2000" dirty="0">
                <a:latin typeface="Arial" panose="020B0604020202020204" pitchFamily="34" charset="0"/>
              </a:rPr>
              <a:t>資料更新成功</a:t>
            </a:r>
            <a:r>
              <a:rPr lang="en-US" altLang="zh-TW" sz="2000" dirty="0">
                <a:latin typeface="Arial" panose="020B0604020202020204" pitchFamily="34" charset="0"/>
              </a:rPr>
              <a:t>"}, 200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except </a:t>
            </a:r>
            <a:r>
              <a:rPr lang="en-US" altLang="zh-TW" sz="2000" dirty="0" err="1">
                <a:latin typeface="Arial" panose="020B0604020202020204" pitchFamily="34" charset="0"/>
              </a:rPr>
              <a:t>SQLAlchemyError</a:t>
            </a:r>
            <a:r>
              <a:rPr lang="en-US" altLang="zh-TW" sz="2000" dirty="0">
                <a:latin typeface="Arial" panose="020B0604020202020204" pitchFamily="34" charset="0"/>
              </a:rPr>
              <a:t>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    </a:t>
            </a:r>
            <a:r>
              <a:rPr lang="en-US" altLang="zh-TW" sz="2000" dirty="0" err="1">
                <a:latin typeface="Arial" panose="020B0604020202020204" pitchFamily="34" charset="0"/>
              </a:rPr>
              <a:t>db.session.rollback</a:t>
            </a:r>
            <a:r>
              <a:rPr lang="en-US" altLang="zh-TW" sz="2000" dirty="0">
                <a:latin typeface="Arial" panose="020B0604020202020204" pitchFamily="34" charset="0"/>
              </a:rPr>
              <a:t>()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    return {"message": "</a:t>
            </a:r>
            <a:r>
              <a:rPr lang="zh-TW" altLang="en-US" sz="2000" dirty="0">
                <a:latin typeface="Arial" panose="020B0604020202020204" pitchFamily="34" charset="0"/>
              </a:rPr>
              <a:t>更新失敗</a:t>
            </a:r>
            <a:r>
              <a:rPr lang="en-US" altLang="zh-TW" sz="2000" dirty="0">
                <a:latin typeface="Arial" panose="020B0604020202020204" pitchFamily="34" charset="0"/>
              </a:rPr>
              <a:t>"}, 500</a:t>
            </a:r>
            <a:r>
              <a:rPr lang="zh-TW" altLang="en-US" sz="2000" dirty="0">
                <a:latin typeface="Arial" panose="020B0604020202020204" pitchFamily="34" charset="0"/>
              </a:rPr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310000530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642CE-D1B1-BCC5-2235-C3D75BE51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DC2113-8DA9-A6A0-B45B-3E7274D4F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刪除會員資料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60FA8FE-8BAD-B891-2752-54D41AB4D6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DD98466-6EB3-6DF7-D0CD-DE4B634A75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105</a:t>
            </a:fld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E07311-2374-B4C3-ED59-2E1644565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1136112"/>
            <a:ext cx="10515599" cy="46585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def delete(self, id):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"""</a:t>
            </a:r>
            <a:r>
              <a:rPr lang="zh-TW" altLang="en-US" sz="2000" dirty="0">
                <a:latin typeface="Arial" panose="020B0604020202020204" pitchFamily="34" charset="0"/>
              </a:rPr>
              <a:t>刪除單筆會員</a:t>
            </a:r>
            <a:r>
              <a:rPr lang="en-US" altLang="zh-TW" sz="2000" dirty="0">
                <a:latin typeface="Arial" panose="020B0604020202020204" pitchFamily="34" charset="0"/>
              </a:rPr>
              <a:t>"""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member = </a:t>
            </a:r>
            <a:r>
              <a:rPr lang="en-US" altLang="zh-TW" sz="2000" dirty="0" err="1">
                <a:latin typeface="Arial" panose="020B0604020202020204" pitchFamily="34" charset="0"/>
              </a:rPr>
              <a:t>Member.query.get</a:t>
            </a:r>
            <a:r>
              <a:rPr lang="en-US" altLang="zh-TW" sz="2000" dirty="0">
                <a:latin typeface="Arial" panose="020B0604020202020204" pitchFamily="34" charset="0"/>
              </a:rPr>
              <a:t>(id)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if not member: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    return {"message": "</a:t>
            </a:r>
            <a:r>
              <a:rPr lang="zh-TW" altLang="en-US" sz="2000" dirty="0">
                <a:latin typeface="Arial" panose="020B0604020202020204" pitchFamily="34" charset="0"/>
              </a:rPr>
              <a:t>找不到該成員</a:t>
            </a:r>
            <a:r>
              <a:rPr lang="en-US" altLang="zh-TW" sz="2000" dirty="0">
                <a:latin typeface="Arial" panose="020B0604020202020204" pitchFamily="34" charset="0"/>
              </a:rPr>
              <a:t>"}, 404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try: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    </a:t>
            </a:r>
            <a:r>
              <a:rPr lang="en-US" altLang="zh-TW" sz="2000" dirty="0" err="1">
                <a:latin typeface="Arial" panose="020B0604020202020204" pitchFamily="34" charset="0"/>
              </a:rPr>
              <a:t>db.session.delete</a:t>
            </a:r>
            <a:r>
              <a:rPr lang="en-US" altLang="zh-TW" sz="2000" dirty="0">
                <a:latin typeface="Arial" panose="020B0604020202020204" pitchFamily="34" charset="0"/>
              </a:rPr>
              <a:t>(member)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    </a:t>
            </a:r>
            <a:r>
              <a:rPr lang="en-US" altLang="zh-TW" sz="2000" dirty="0" err="1">
                <a:latin typeface="Arial" panose="020B0604020202020204" pitchFamily="34" charset="0"/>
              </a:rPr>
              <a:t>db.session.commit</a:t>
            </a:r>
            <a:r>
              <a:rPr lang="en-US" altLang="zh-TW" sz="2000" dirty="0">
                <a:latin typeface="Arial" panose="020B0604020202020204" pitchFamily="34" charset="0"/>
              </a:rPr>
              <a:t>()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    return {"message": f"</a:t>
            </a:r>
            <a:r>
              <a:rPr lang="zh-TW" altLang="en-US" sz="2000" dirty="0">
                <a:latin typeface="Arial" panose="020B0604020202020204" pitchFamily="34" charset="0"/>
              </a:rPr>
              <a:t>會員 </a:t>
            </a:r>
            <a:r>
              <a:rPr lang="en-US" altLang="zh-TW" sz="2000" dirty="0">
                <a:latin typeface="Arial" panose="020B0604020202020204" pitchFamily="34" charset="0"/>
              </a:rPr>
              <a:t>{id} </a:t>
            </a:r>
            <a:r>
              <a:rPr lang="zh-TW" altLang="en-US" sz="2000" dirty="0">
                <a:latin typeface="Arial" panose="020B0604020202020204" pitchFamily="34" charset="0"/>
              </a:rPr>
              <a:t>已刪除</a:t>
            </a:r>
            <a:r>
              <a:rPr lang="en-US" altLang="zh-TW" sz="2000" dirty="0">
                <a:latin typeface="Arial" panose="020B0604020202020204" pitchFamily="34" charset="0"/>
              </a:rPr>
              <a:t>"}, 200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except </a:t>
            </a:r>
            <a:r>
              <a:rPr lang="en-US" altLang="zh-TW" sz="2000" dirty="0" err="1">
                <a:latin typeface="Arial" panose="020B0604020202020204" pitchFamily="34" charset="0"/>
              </a:rPr>
              <a:t>SQLAlchemyError</a:t>
            </a:r>
            <a:r>
              <a:rPr lang="en-US" altLang="zh-TW" sz="2000" dirty="0">
                <a:latin typeface="Arial" panose="020B0604020202020204" pitchFamily="34" charset="0"/>
              </a:rPr>
              <a:t>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    </a:t>
            </a:r>
            <a:r>
              <a:rPr lang="en-US" altLang="zh-TW" sz="2000" dirty="0" err="1">
                <a:latin typeface="Arial" panose="020B0604020202020204" pitchFamily="34" charset="0"/>
              </a:rPr>
              <a:t>db.session.rollback</a:t>
            </a:r>
            <a:r>
              <a:rPr lang="en-US" altLang="zh-TW" sz="2000" dirty="0">
                <a:latin typeface="Arial" panose="020B0604020202020204" pitchFamily="34" charset="0"/>
              </a:rPr>
              <a:t>()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            return {"message": "</a:t>
            </a:r>
            <a:r>
              <a:rPr lang="zh-TW" altLang="en-US" sz="2000" dirty="0">
                <a:latin typeface="Arial" panose="020B0604020202020204" pitchFamily="34" charset="0"/>
              </a:rPr>
              <a:t>刪除失敗</a:t>
            </a:r>
            <a:r>
              <a:rPr lang="en-US" altLang="zh-TW" sz="2000" dirty="0">
                <a:latin typeface="Arial" panose="020B0604020202020204" pitchFamily="34" charset="0"/>
              </a:rPr>
              <a:t>"}, 500</a:t>
            </a:r>
            <a:endParaRPr lang="zh-TW" altLang="en-US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32219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C4C37-91E2-E15E-20D3-1080BF423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6A7DF9F4-0222-1F79-C811-729CE9813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600" y="2988465"/>
            <a:ext cx="9465068" cy="3743074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47A106D8-D69C-E814-420E-EA1268906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取得 </a:t>
            </a:r>
            <a:r>
              <a:rPr lang="en-US" altLang="zh-TW" dirty="0"/>
              <a:t>Gemini API</a:t>
            </a:r>
            <a:r>
              <a:rPr lang="zh-TW" altLang="en-US" dirty="0"/>
              <a:t> </a:t>
            </a:r>
            <a:r>
              <a:rPr lang="en-US" altLang="zh-TW" dirty="0"/>
              <a:t>Key(1)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70418BD-2199-E3B4-439F-33313CF528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TW" altLang="en-US" dirty="0"/>
              <a:t>要有 </a:t>
            </a:r>
            <a:r>
              <a:rPr lang="en-US" altLang="zh-TW" dirty="0"/>
              <a:t>google </a:t>
            </a:r>
            <a:r>
              <a:rPr lang="zh-TW" altLang="en-US" dirty="0"/>
              <a:t>帳號，登入 </a:t>
            </a:r>
            <a:r>
              <a:rPr lang="it-IT" altLang="zh-TW" dirty="0"/>
              <a:t>Google AI Studio </a:t>
            </a:r>
            <a:br>
              <a:rPr lang="it-IT" altLang="zh-TW" dirty="0"/>
            </a:br>
            <a:r>
              <a:rPr lang="it-IT" altLang="zh-TW" dirty="0">
                <a:hlinkClick r:id="rId3"/>
              </a:rPr>
              <a:t>https://aistudio.google.com/</a:t>
            </a:r>
            <a:endParaRPr lang="it-IT" altLang="zh-TW" dirty="0"/>
          </a:p>
          <a:p>
            <a:r>
              <a:rPr lang="zh-TW" altLang="en-US" dirty="0"/>
              <a:t>建立 </a:t>
            </a:r>
            <a:r>
              <a:rPr lang="en-US" altLang="zh-TW" dirty="0"/>
              <a:t>API</a:t>
            </a:r>
            <a:r>
              <a:rPr lang="zh-TW" altLang="en-US" dirty="0"/>
              <a:t> </a:t>
            </a:r>
            <a:r>
              <a:rPr lang="en-US" altLang="zh-TW" dirty="0"/>
              <a:t>Key</a:t>
            </a:r>
            <a:endParaRPr lang="it-IT" altLang="zh-TW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C8A908B-22B9-C42E-C263-95710D6DB5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106</a:t>
            </a:fld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59E830D-C172-5181-8A09-37D382FFC47C}"/>
              </a:ext>
            </a:extLst>
          </p:cNvPr>
          <p:cNvSpPr/>
          <p:nvPr/>
        </p:nvSpPr>
        <p:spPr>
          <a:xfrm>
            <a:off x="2344365" y="6372445"/>
            <a:ext cx="466929" cy="35909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CD9B2AE6-D9EE-BB4B-052F-51983D9957E6}"/>
              </a:ext>
            </a:extLst>
          </p:cNvPr>
          <p:cNvCxnSpPr>
            <a:cxnSpLocks/>
          </p:cNvCxnSpPr>
          <p:nvPr/>
        </p:nvCxnSpPr>
        <p:spPr>
          <a:xfrm flipH="1">
            <a:off x="2811294" y="5616252"/>
            <a:ext cx="606050" cy="69967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6720507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9504D1-7CAC-A987-EA5C-C3A86EEAA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取得 </a:t>
            </a:r>
            <a:r>
              <a:rPr lang="en-US" altLang="zh-TW" dirty="0"/>
              <a:t>Gemini API</a:t>
            </a:r>
            <a:r>
              <a:rPr lang="zh-TW" altLang="en-US" dirty="0"/>
              <a:t> </a:t>
            </a:r>
            <a:r>
              <a:rPr lang="en-US" altLang="zh-TW" dirty="0"/>
              <a:t>Key(2)</a:t>
            </a:r>
            <a:endParaRPr lang="zh-TW" altLang="en-US" dirty="0"/>
          </a:p>
        </p:txBody>
      </p:sp>
      <p:sp>
        <p:nvSpPr>
          <p:cNvPr id="12" name="文字版面配置區 11">
            <a:extLst>
              <a:ext uri="{FF2B5EF4-FFF2-40B4-BE49-F238E27FC236}">
                <a16:creationId xmlns:a16="http://schemas.microsoft.com/office/drawing/2014/main" id="{A6E59D62-9166-7694-07C9-703FA75EDC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TW" altLang="en-US" dirty="0"/>
              <a:t>點選 </a:t>
            </a:r>
            <a:r>
              <a:rPr lang="en-US" altLang="zh-TW" dirty="0"/>
              <a:t>【Create API Key】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872960-CD7A-A3C5-2150-B523DC0963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107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8BD3F0C-A690-5CDE-E7B7-9825BF4CE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133" y="1965139"/>
            <a:ext cx="11475040" cy="464843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7122C329-0B33-3843-FF69-77BE5467D7F0}"/>
              </a:ext>
            </a:extLst>
          </p:cNvPr>
          <p:cNvSpPr/>
          <p:nvPr/>
        </p:nvSpPr>
        <p:spPr>
          <a:xfrm>
            <a:off x="10228780" y="2306540"/>
            <a:ext cx="1826148" cy="3600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F8C9917D-57AE-CECA-6ED5-AAE49A7E0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5403" y="4250721"/>
            <a:ext cx="3954957" cy="210454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圖說文字: 直線加上框線和強調線 8">
            <a:extLst>
              <a:ext uri="{FF2B5EF4-FFF2-40B4-BE49-F238E27FC236}">
                <a16:creationId xmlns:a16="http://schemas.microsoft.com/office/drawing/2014/main" id="{72196EFE-8207-1F7F-CEA1-7A6B1470776D}"/>
              </a:ext>
            </a:extLst>
          </p:cNvPr>
          <p:cNvSpPr/>
          <p:nvPr/>
        </p:nvSpPr>
        <p:spPr>
          <a:xfrm>
            <a:off x="9511982" y="4992712"/>
            <a:ext cx="2209331" cy="1009651"/>
          </a:xfrm>
          <a:prstGeom prst="accentBorderCallout1">
            <a:avLst>
              <a:gd name="adj1" fmla="val 18750"/>
              <a:gd name="adj2" fmla="val -8333"/>
              <a:gd name="adj3" fmla="val 44321"/>
              <a:gd name="adj4" fmla="val -4112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建立專案名稱</a:t>
            </a:r>
            <a:endParaRPr lang="en-US" altLang="zh-TW" dirty="0"/>
          </a:p>
          <a:p>
            <a:pPr algn="ctr"/>
            <a:r>
              <a:rPr lang="zh-TW" altLang="en-US" dirty="0"/>
              <a:t>建立 </a:t>
            </a:r>
            <a:r>
              <a:rPr lang="en-US" altLang="zh-TW" dirty="0"/>
              <a:t>Key </a:t>
            </a:r>
            <a:r>
              <a:rPr lang="zh-TW" altLang="en-US" dirty="0"/>
              <a:t>名稱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7EB6D0D2-63F5-C311-E20E-BC54959CE0FC}"/>
              </a:ext>
            </a:extLst>
          </p:cNvPr>
          <p:cNvCxnSpPr>
            <a:cxnSpLocks/>
          </p:cNvCxnSpPr>
          <p:nvPr/>
        </p:nvCxnSpPr>
        <p:spPr>
          <a:xfrm flipH="1">
            <a:off x="8749140" y="2694760"/>
            <a:ext cx="1608752" cy="151352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016655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9F78BD-410F-2AC5-93BB-14B96EF17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在 </a:t>
            </a:r>
            <a:r>
              <a:rPr lang="en-US" altLang="zh-TW" dirty="0"/>
              <a:t>Python </a:t>
            </a:r>
            <a:r>
              <a:rPr lang="zh-TW" altLang="en-US" dirty="0"/>
              <a:t>中使用 </a:t>
            </a:r>
            <a:r>
              <a:rPr lang="en-US" altLang="zh-TW" dirty="0"/>
              <a:t>API</a:t>
            </a:r>
            <a:r>
              <a:rPr lang="zh-TW" altLang="en-US" dirty="0"/>
              <a:t> </a:t>
            </a:r>
            <a:r>
              <a:rPr lang="en-US" altLang="zh-TW" dirty="0"/>
              <a:t>Key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4F5073D-6D99-F97A-C522-7A6D630DAF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TW" altLang="en-US" dirty="0"/>
              <a:t>建立 </a:t>
            </a:r>
            <a:r>
              <a:rPr lang="en-US" altLang="zh-TW" dirty="0"/>
              <a:t>.env </a:t>
            </a:r>
            <a:r>
              <a:rPr lang="zh-TW" altLang="en-US" dirty="0"/>
              <a:t>檔，在此檔案中放 </a:t>
            </a:r>
            <a:r>
              <a:rPr lang="en-US" altLang="zh-TW" dirty="0"/>
              <a:t>API</a:t>
            </a:r>
            <a:r>
              <a:rPr lang="zh-TW" altLang="en-US" dirty="0"/>
              <a:t> </a:t>
            </a:r>
            <a:r>
              <a:rPr lang="en-US" altLang="zh-TW" dirty="0"/>
              <a:t>Key</a:t>
            </a:r>
            <a:r>
              <a:rPr lang="zh-TW" altLang="en-US" dirty="0"/>
              <a:t>，不要把此檔案上傳到 </a:t>
            </a:r>
            <a:r>
              <a:rPr lang="en-US" altLang="zh-TW" dirty="0"/>
              <a:t>GitHub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在 </a:t>
            </a:r>
            <a:r>
              <a:rPr lang="en-US" altLang="zh-TW" dirty="0"/>
              <a:t>Python </a:t>
            </a:r>
            <a:r>
              <a:rPr lang="zh-TW" altLang="en-US" dirty="0"/>
              <a:t>中讀取 </a:t>
            </a:r>
            <a:r>
              <a:rPr lang="en-US" altLang="zh-TW" dirty="0"/>
              <a:t>.env </a:t>
            </a:r>
            <a:r>
              <a:rPr lang="zh-TW" altLang="en-US" dirty="0"/>
              <a:t>檔中的資料</a:t>
            </a:r>
            <a:endParaRPr lang="en-US" altLang="zh-TW" dirty="0"/>
          </a:p>
          <a:p>
            <a:pPr lvl="1"/>
            <a:r>
              <a:rPr lang="zh-TW" altLang="en-US" dirty="0"/>
              <a:t>先安裝套件  </a:t>
            </a:r>
            <a:r>
              <a:rPr lang="en-US" altLang="zh-TW" dirty="0"/>
              <a:t>pip install python-</a:t>
            </a:r>
            <a:r>
              <a:rPr lang="en-US" altLang="zh-TW" dirty="0" err="1"/>
              <a:t>dotenv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6AB9798-C2C4-FD1D-5D91-80C823A67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108</a:t>
            </a:fld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38C688-4631-97EF-1C9B-B7D6EC3D3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2575254"/>
            <a:ext cx="10515599" cy="74009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</a:t>
            </a:r>
            <a:r>
              <a:rPr lang="en-US" altLang="zh-TW" sz="2400" b="1" dirty="0">
                <a:solidFill>
                  <a:srgbClr val="C00000"/>
                </a:solidFill>
                <a:latin typeface="Arial" panose="020B0604020202020204" pitchFamily="34" charset="0"/>
              </a:rPr>
              <a:t>GEMINI_API_KEY</a:t>
            </a:r>
            <a:r>
              <a:rPr lang="en-US" altLang="zh-TW" sz="2400" dirty="0">
                <a:latin typeface="Arial" panose="020B0604020202020204" pitchFamily="34" charset="0"/>
              </a:rPr>
              <a:t>= APIKEY</a:t>
            </a:r>
            <a:r>
              <a:rPr lang="zh-TW" altLang="en-US" sz="2400" dirty="0">
                <a:latin typeface="Arial" panose="020B0604020202020204" pitchFamily="34" charset="0"/>
              </a:rPr>
              <a:t>字串</a:t>
            </a:r>
            <a:endParaRPr lang="zh-TW" altLang="en-US" sz="24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5C498FD-A263-EB5D-C9AB-B069CB0452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4633241"/>
            <a:ext cx="10515599" cy="168268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import </a:t>
            </a:r>
            <a:r>
              <a:rPr lang="en-US" altLang="zh-TW" sz="2400" dirty="0" err="1">
                <a:latin typeface="Arial" panose="020B0604020202020204" pitchFamily="34" charset="0"/>
              </a:rPr>
              <a:t>os</a:t>
            </a:r>
            <a:endParaRPr lang="en-US" altLang="zh-TW" sz="24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from </a:t>
            </a:r>
            <a:r>
              <a:rPr lang="en-US" altLang="zh-TW" sz="2400" dirty="0" err="1">
                <a:latin typeface="Arial" panose="020B0604020202020204" pitchFamily="34" charset="0"/>
              </a:rPr>
              <a:t>dotenv</a:t>
            </a:r>
            <a:r>
              <a:rPr lang="en-US" altLang="zh-TW" sz="2400" dirty="0">
                <a:latin typeface="Arial" panose="020B0604020202020204" pitchFamily="34" charset="0"/>
              </a:rPr>
              <a:t> import </a:t>
            </a:r>
            <a:r>
              <a:rPr lang="en-US" altLang="zh-TW" sz="2400" dirty="0" err="1">
                <a:latin typeface="Arial" panose="020B0604020202020204" pitchFamily="34" charset="0"/>
              </a:rPr>
              <a:t>load_dotenv</a:t>
            </a:r>
            <a:endParaRPr lang="en-US" altLang="zh-TW" sz="24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 err="1">
                <a:latin typeface="Arial" panose="020B0604020202020204" pitchFamily="34" charset="0"/>
              </a:rPr>
              <a:t>load_dotenv</a:t>
            </a:r>
            <a:r>
              <a:rPr lang="en-US" altLang="zh-TW" sz="2400" dirty="0">
                <a:latin typeface="Arial" panose="020B0604020202020204" pitchFamily="34" charset="0"/>
              </a:rPr>
              <a:t>()  # </a:t>
            </a:r>
            <a:r>
              <a:rPr lang="zh-TW" altLang="en-US" sz="2400" dirty="0">
                <a:latin typeface="Arial" panose="020B0604020202020204" pitchFamily="34" charset="0"/>
              </a:rPr>
              <a:t>讀取 </a:t>
            </a:r>
            <a:r>
              <a:rPr lang="en-US" altLang="zh-TW" sz="2400" dirty="0">
                <a:latin typeface="Arial" panose="020B0604020202020204" pitchFamily="34" charset="0"/>
              </a:rPr>
              <a:t>.env </a:t>
            </a:r>
            <a:r>
              <a:rPr lang="zh-TW" altLang="en-US" sz="2400" dirty="0">
                <a:latin typeface="Arial" panose="020B0604020202020204" pitchFamily="34" charset="0"/>
              </a:rPr>
              <a:t>檔案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 err="1">
                <a:latin typeface="Arial" panose="020B0604020202020204" pitchFamily="34" charset="0"/>
              </a:rPr>
              <a:t>gemini_api_key</a:t>
            </a:r>
            <a:r>
              <a:rPr lang="en-US" altLang="zh-TW" sz="2400" dirty="0">
                <a:latin typeface="Arial" panose="020B0604020202020204" pitchFamily="34" charset="0"/>
              </a:rPr>
              <a:t> = </a:t>
            </a:r>
            <a:r>
              <a:rPr lang="en-US" altLang="zh-TW" sz="2400" dirty="0" err="1">
                <a:latin typeface="Arial" panose="020B0604020202020204" pitchFamily="34" charset="0"/>
              </a:rPr>
              <a:t>os.getenv</a:t>
            </a:r>
            <a:r>
              <a:rPr lang="en-US" altLang="zh-TW" sz="2400" dirty="0">
                <a:latin typeface="Arial" panose="020B0604020202020204" pitchFamily="34" charset="0"/>
              </a:rPr>
              <a:t>(</a:t>
            </a:r>
            <a:r>
              <a:rPr lang="en-US" altLang="zh-TW" sz="2400" b="1" dirty="0">
                <a:solidFill>
                  <a:srgbClr val="C00000"/>
                </a:solidFill>
                <a:latin typeface="Arial" panose="020B0604020202020204" pitchFamily="34" charset="0"/>
              </a:rPr>
              <a:t>'GEMINI_API_KEY'</a:t>
            </a:r>
            <a:r>
              <a:rPr lang="en-US" altLang="zh-TW" sz="2400" dirty="0">
                <a:latin typeface="Arial" panose="020B0604020202020204" pitchFamily="34" charset="0"/>
              </a:rPr>
              <a:t>)</a:t>
            </a:r>
            <a:endParaRPr lang="zh-TW" altLang="en-US" sz="24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05733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781269-65DD-AB22-7B06-40D0E16B7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WebSocket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953846F-3B59-66EF-13DA-73D1E97B95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9" y="1514168"/>
            <a:ext cx="8376139" cy="4465391"/>
          </a:xfrm>
        </p:spPr>
        <p:txBody>
          <a:bodyPr/>
          <a:lstStyle/>
          <a:p>
            <a:r>
              <a:rPr lang="en-US" altLang="zh-TW" dirty="0"/>
              <a:t>WebSocket </a:t>
            </a:r>
            <a:r>
              <a:rPr lang="zh-TW" altLang="en-US" dirty="0"/>
              <a:t>協定是一種在 </a:t>
            </a:r>
            <a:r>
              <a:rPr lang="en-US" altLang="zh-TW" dirty="0"/>
              <a:t>Web </a:t>
            </a:r>
            <a:r>
              <a:rPr lang="zh-TW" altLang="en-US" dirty="0"/>
              <a:t>應用中實現即時和雙向通信的重要標準</a:t>
            </a:r>
            <a:endParaRPr lang="en-US" altLang="zh-TW" dirty="0"/>
          </a:p>
          <a:p>
            <a:r>
              <a:rPr lang="zh-TW" altLang="en-US" dirty="0"/>
              <a:t>架構在</a:t>
            </a:r>
            <a:r>
              <a:rPr lang="en-US" altLang="zh-TW" dirty="0"/>
              <a:t>HTTP/HTTPS</a:t>
            </a:r>
            <a:r>
              <a:rPr lang="zh-TW" altLang="en-US" dirty="0"/>
              <a:t>協定上，可以使用 </a:t>
            </a:r>
            <a:r>
              <a:rPr lang="en-US" altLang="zh-TW" dirty="0"/>
              <a:t>wss:// </a:t>
            </a:r>
            <a:r>
              <a:rPr lang="zh-TW" altLang="en-US" dirty="0"/>
              <a:t>實現加密通信</a:t>
            </a:r>
            <a:endParaRPr lang="en-US" altLang="zh-TW" dirty="0"/>
          </a:p>
          <a:p>
            <a:r>
              <a:rPr lang="zh-TW" altLang="en-US" dirty="0"/>
              <a:t>應用在聊天室、線上遊戲及系統監控等，需要透過長時間連線的功能上</a:t>
            </a:r>
            <a:endParaRPr lang="en-US" altLang="zh-TW" dirty="0"/>
          </a:p>
          <a:p>
            <a:r>
              <a:rPr lang="en-US" altLang="zh-TW" dirty="0"/>
              <a:t>WebSocket</a:t>
            </a:r>
            <a:r>
              <a:rPr lang="zh-TW" altLang="en-US" dirty="0"/>
              <a:t>功能的建立</a:t>
            </a:r>
            <a:endParaRPr lang="en-US" altLang="zh-TW" dirty="0"/>
          </a:p>
          <a:p>
            <a:pPr lvl="1"/>
            <a:r>
              <a:rPr lang="en-US" altLang="zh-TW" dirty="0"/>
              <a:t>WebSocket Client</a:t>
            </a:r>
            <a:r>
              <a:rPr lang="zh-TW" altLang="en-US" dirty="0"/>
              <a:t>：</a:t>
            </a:r>
            <a:r>
              <a:rPr lang="en-US" altLang="zh-TW" dirty="0"/>
              <a:t>HTML5</a:t>
            </a:r>
            <a:r>
              <a:rPr lang="zh-TW" altLang="en-US" dirty="0"/>
              <a:t> 中有提供 </a:t>
            </a:r>
            <a:r>
              <a:rPr lang="en-US" altLang="zh-TW" dirty="0"/>
              <a:t>WebSocket API</a:t>
            </a:r>
          </a:p>
          <a:p>
            <a:pPr lvl="1"/>
            <a:r>
              <a:rPr lang="en-US" altLang="zh-TW" dirty="0"/>
              <a:t>WebSocket Server</a:t>
            </a:r>
            <a:r>
              <a:rPr lang="zh-TW" altLang="en-US" dirty="0"/>
              <a:t>：不同的 </a:t>
            </a:r>
            <a:r>
              <a:rPr lang="en-US" altLang="zh-TW" dirty="0"/>
              <a:t>Server</a:t>
            </a:r>
            <a:r>
              <a:rPr lang="zh-TW" altLang="en-US" dirty="0"/>
              <a:t> 有不同的實作</a:t>
            </a:r>
            <a:r>
              <a:rPr lang="en-US" altLang="zh-TW" sz="2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</a:t>
            </a:r>
            <a:r>
              <a:rPr lang="en-US" altLang="zh-TW" sz="2400" dirty="0" err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例如</a:t>
            </a:r>
            <a:r>
              <a:rPr lang="en-US" altLang="zh-TW" sz="2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Flask </a:t>
            </a:r>
            <a:r>
              <a:rPr lang="en-US" altLang="zh-TW" sz="2400" dirty="0" err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可搭配</a:t>
            </a:r>
            <a:r>
              <a:rPr lang="en-US" altLang="zh-TW" sz="2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flask-sock）</a:t>
            </a:r>
            <a:endParaRPr lang="en-US" altLang="zh-TW" sz="2400" dirty="0"/>
          </a:p>
          <a:p>
            <a:pPr lvl="1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8E91E3E-7AF3-F716-F840-9321B196C9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109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FBC737E-FADE-3BD9-6676-3F42B9786F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00" t="17262"/>
          <a:stretch>
            <a:fillRect/>
          </a:stretch>
        </p:blipFill>
        <p:spPr>
          <a:xfrm>
            <a:off x="8896980" y="1238025"/>
            <a:ext cx="3295020" cy="5257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53154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AA8346-7876-DAA8-85E3-2EFCF0412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WebSocket API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DC31CE9-B532-321A-82E2-750515FF1B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/>
              <a:t>WebSocket </a:t>
            </a:r>
            <a:r>
              <a:rPr lang="zh-TW" altLang="en-US" dirty="0"/>
              <a:t>物件，</a:t>
            </a:r>
            <a:r>
              <a:rPr lang="en-US" altLang="zh-TW" dirty="0"/>
              <a:t>URL</a:t>
            </a:r>
            <a:r>
              <a:rPr lang="zh-TW" altLang="en-US" dirty="0"/>
              <a:t>協定需是 </a:t>
            </a:r>
            <a:r>
              <a:rPr lang="en-US" altLang="zh-TW" dirty="0"/>
              <a:t>ws:// </a:t>
            </a:r>
            <a:r>
              <a:rPr lang="zh-TW" altLang="en-US" dirty="0"/>
              <a:t>或 </a:t>
            </a:r>
            <a:r>
              <a:rPr lang="en-US" altLang="zh-TW" dirty="0"/>
              <a:t>wss://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相關屬性事件</a:t>
            </a:r>
            <a:endParaRPr lang="en-US" altLang="zh-TW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dirty="0" err="1"/>
              <a:t>onopen</a:t>
            </a:r>
            <a:r>
              <a:rPr lang="zh-TW" altLang="en-US" dirty="0"/>
              <a:t>、</a:t>
            </a:r>
            <a:r>
              <a:rPr lang="en-US" altLang="zh-TW" dirty="0" err="1"/>
              <a:t>onclose</a:t>
            </a:r>
            <a:r>
              <a:rPr lang="zh-TW" altLang="en-US" dirty="0"/>
              <a:t>、</a:t>
            </a:r>
            <a:r>
              <a:rPr lang="en-US" altLang="zh-TW" dirty="0" err="1"/>
              <a:t>onerror</a:t>
            </a:r>
            <a:endParaRPr lang="en-US" altLang="zh-TW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dirty="0" err="1"/>
              <a:t>onmessage</a:t>
            </a:r>
            <a:r>
              <a:rPr lang="zh-TW" altLang="en-US" dirty="0"/>
              <a:t>：用來接收 </a:t>
            </a:r>
            <a:r>
              <a:rPr lang="en-US" altLang="zh-TW" dirty="0"/>
              <a:t>WebSocket Server</a:t>
            </a:r>
            <a:r>
              <a:rPr lang="zh-TW" altLang="en-US" dirty="0"/>
              <a:t> 回傳的結果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傳遞資料到</a:t>
            </a:r>
            <a:r>
              <a:rPr lang="en-US" altLang="zh-TW" dirty="0"/>
              <a:t>WebSocket Server</a:t>
            </a:r>
            <a:r>
              <a:rPr lang="zh-TW" altLang="en-US" dirty="0"/>
              <a:t>的方法</a:t>
            </a:r>
            <a:endParaRPr lang="en-US" altLang="zh-TW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dirty="0"/>
              <a:t>send(data)</a:t>
            </a:r>
            <a:r>
              <a:rPr lang="zh-TW" altLang="en-US" dirty="0"/>
              <a:t> </a:t>
            </a:r>
            <a:r>
              <a:rPr lang="en-US" altLang="zh-TW" dirty="0"/>
              <a:t>//string</a:t>
            </a:r>
            <a:r>
              <a:rPr lang="zh-TW" altLang="en-US" dirty="0"/>
              <a:t>、</a:t>
            </a:r>
            <a:r>
              <a:rPr lang="en-US" altLang="zh-TW" dirty="0"/>
              <a:t>Blob</a:t>
            </a:r>
            <a:r>
              <a:rPr lang="zh-TW" altLang="en-US" dirty="0"/>
              <a:t>、</a:t>
            </a:r>
            <a:r>
              <a:rPr lang="en-US" altLang="zh-TW" dirty="0" err="1"/>
              <a:t>ArrayBuffer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B7F66D4-5D3E-9DE6-9572-2DFEAA774F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110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C331F1F-D051-7273-6FE7-CBD09CA0C67F}"/>
              </a:ext>
            </a:extLst>
          </p:cNvPr>
          <p:cNvSpPr txBox="1"/>
          <p:nvPr/>
        </p:nvSpPr>
        <p:spPr>
          <a:xfrm>
            <a:off x="4214335" y="6306591"/>
            <a:ext cx="37633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https://websockets.spec.whatwg.org/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DC47A8E-17B2-F57D-5A85-2664ADC54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8" y="2039619"/>
            <a:ext cx="10515599" cy="68072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socket = new WebSocket(</a:t>
            </a:r>
            <a:r>
              <a:rPr lang="en-US" altLang="zh-TW" sz="2400" dirty="0" err="1">
                <a:latin typeface="Arial" panose="020B0604020202020204" pitchFamily="34" charset="0"/>
              </a:rPr>
              <a:t>url</a:t>
            </a:r>
            <a:r>
              <a:rPr lang="en-US" altLang="zh-TW" sz="2400" dirty="0">
                <a:latin typeface="Arial" panose="020B0604020202020204" pitchFamily="34" charset="0"/>
              </a:rPr>
              <a:t> [, protocols ])</a:t>
            </a:r>
            <a:endParaRPr lang="pt-BR" altLang="zh-TW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368102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282CC5-A052-B450-0849-5B4EFC059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WebSocket API(</a:t>
            </a:r>
            <a:r>
              <a:rPr lang="zh-TW" altLang="en-US" dirty="0"/>
              <a:t>一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14536F6-03B1-A1D9-F77A-27B20ADC57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TW" altLang="en-US" dirty="0"/>
              <a:t>步驟一 建立 </a:t>
            </a:r>
            <a:r>
              <a:rPr lang="en-US" altLang="zh-TW" dirty="0"/>
              <a:t>WebSocket </a:t>
            </a:r>
            <a:r>
              <a:rPr lang="zh-TW" altLang="en-US" dirty="0"/>
              <a:t>物件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步驟二 連線如果成功，發送訊息給 </a:t>
            </a:r>
            <a:r>
              <a:rPr lang="en-US" altLang="zh-TW" dirty="0"/>
              <a:t>WebSocket Server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215AF45-86AC-E1D3-2F48-37ACCC7DA6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111</a:t>
            </a:fld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88FA9E-901A-C8A5-4FB7-E3FAA28F0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8" y="2039619"/>
            <a:ext cx="10515599" cy="97790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const host = "</a:t>
            </a:r>
            <a:r>
              <a:rPr lang="en-US" altLang="zh-TW" sz="2400" dirty="0" err="1">
                <a:latin typeface="Arial" panose="020B0604020202020204" pitchFamily="34" charset="0"/>
              </a:rPr>
              <a:t>wss</a:t>
            </a:r>
            <a:r>
              <a:rPr lang="en-US" altLang="zh-TW" sz="2400" dirty="0">
                <a:latin typeface="Arial" panose="020B0604020202020204" pitchFamily="34" charset="0"/>
              </a:rPr>
              <a:t>://echo.websocket.org/";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const socket = new WebSocket(host);</a:t>
            </a:r>
            <a:endParaRPr lang="pt-BR" altLang="zh-TW" sz="2400" dirty="0">
              <a:latin typeface="Arial" panose="020B060402020202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7DAF676-59C4-EEEF-CAA9-F3895345C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7" y="3840481"/>
            <a:ext cx="10515599" cy="184022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TW" sz="2400" dirty="0" err="1">
                <a:latin typeface="Arial" panose="020B0604020202020204" pitchFamily="34" charset="0"/>
              </a:rPr>
              <a:t>socket.addEventListener</a:t>
            </a:r>
            <a:r>
              <a:rPr lang="en-US" altLang="zh-TW" sz="2400" dirty="0">
                <a:latin typeface="Arial" panose="020B0604020202020204" pitchFamily="34" charset="0"/>
              </a:rPr>
              <a:t>('open', event =&gt; 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</a:t>
            </a:r>
            <a:r>
              <a:rPr lang="en-US" altLang="zh-TW" sz="2400" dirty="0" err="1">
                <a:latin typeface="Arial" panose="020B0604020202020204" pitchFamily="34" charset="0"/>
              </a:rPr>
              <a:t>socket.send</a:t>
            </a:r>
            <a:r>
              <a:rPr lang="en-US" altLang="zh-TW" sz="2400" dirty="0">
                <a:latin typeface="Arial" panose="020B0604020202020204" pitchFamily="34" charset="0"/>
              </a:rPr>
              <a:t>("Hello Socket!!");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}</a:t>
            </a:r>
            <a:endParaRPr lang="pt-BR" altLang="zh-TW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622020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282CC5-A052-B450-0849-5B4EFC059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WebSocket API(</a:t>
            </a:r>
            <a:r>
              <a:rPr lang="zh-TW" altLang="en-US" dirty="0"/>
              <a:t>二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14536F6-03B1-A1D9-F77A-27B20ADC57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TW" altLang="en-US" dirty="0"/>
              <a:t>步驟三 在</a:t>
            </a:r>
            <a:r>
              <a:rPr lang="en-US" altLang="zh-TW" dirty="0"/>
              <a:t>message</a:t>
            </a:r>
            <a:r>
              <a:rPr lang="zh-TW" altLang="en-US" dirty="0"/>
              <a:t>事件中，接收 </a:t>
            </a:r>
            <a:r>
              <a:rPr lang="en-US" altLang="zh-TW" dirty="0"/>
              <a:t>WebSocket</a:t>
            </a:r>
            <a:r>
              <a:rPr lang="zh-TW" altLang="en-US" dirty="0"/>
              <a:t> </a:t>
            </a:r>
            <a:r>
              <a:rPr lang="en-US" altLang="zh-TW" dirty="0"/>
              <a:t>Server </a:t>
            </a:r>
            <a:r>
              <a:rPr lang="zh-TW" altLang="en-US" dirty="0"/>
              <a:t>回傳的資料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步驟四 連線關閉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215AF45-86AC-E1D3-2F48-37ACCC7DA6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112</a:t>
            </a:fld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88FA9E-901A-C8A5-4FB7-E3FAA28F0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2519617"/>
            <a:ext cx="10515599" cy="204089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None/>
            </a:pPr>
            <a:r>
              <a:rPr lang="en-US" altLang="zh-TW" sz="2400" dirty="0" err="1">
                <a:latin typeface="Arial" panose="020B0604020202020204" pitchFamily="34" charset="0"/>
              </a:rPr>
              <a:t>socket.addEventListener</a:t>
            </a:r>
            <a:r>
              <a:rPr lang="en-US" altLang="zh-TW" sz="2400" dirty="0">
                <a:latin typeface="Arial" panose="020B0604020202020204" pitchFamily="34" charset="0"/>
              </a:rPr>
              <a:t>('message', event =&gt; 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console.log(`</a:t>
            </a:r>
            <a:r>
              <a:rPr lang="zh-TW" altLang="en-US" sz="2400" dirty="0">
                <a:latin typeface="Arial" panose="020B0604020202020204" pitchFamily="34" charset="0"/>
              </a:rPr>
              <a:t>來自於 </a:t>
            </a:r>
            <a:r>
              <a:rPr lang="en-US" altLang="zh-TW" sz="2400" dirty="0" err="1">
                <a:latin typeface="Arial" panose="020B0604020202020204" pitchFamily="34" charset="0"/>
              </a:rPr>
              <a:t>SocketServer</a:t>
            </a:r>
            <a:r>
              <a:rPr lang="en-US" altLang="zh-TW" sz="2400" dirty="0">
                <a:latin typeface="Arial" panose="020B0604020202020204" pitchFamily="34" charset="0"/>
              </a:rPr>
              <a:t> </a:t>
            </a:r>
            <a:r>
              <a:rPr lang="zh-TW" altLang="en-US" sz="2400" dirty="0">
                <a:latin typeface="Arial" panose="020B0604020202020204" pitchFamily="34" charset="0"/>
              </a:rPr>
              <a:t>的資料： </a:t>
            </a:r>
            <a:r>
              <a:rPr lang="en-US" altLang="zh-TW" sz="2400" dirty="0">
                <a:latin typeface="Arial" panose="020B0604020202020204" pitchFamily="34" charset="0"/>
              </a:rPr>
              <a:t>${</a:t>
            </a:r>
            <a:r>
              <a:rPr lang="en-US" altLang="zh-TW" sz="2400" b="1" dirty="0" err="1">
                <a:solidFill>
                  <a:srgbClr val="FF0000"/>
                </a:solidFill>
                <a:latin typeface="Arial" panose="020B0604020202020204" pitchFamily="34" charset="0"/>
              </a:rPr>
              <a:t>event.data</a:t>
            </a:r>
            <a:r>
              <a:rPr lang="en-US" altLang="zh-TW" sz="2400" dirty="0">
                <a:latin typeface="Arial" panose="020B0604020202020204" pitchFamily="34" charset="0"/>
              </a:rPr>
              <a:t>}`);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    </a:t>
            </a:r>
            <a:r>
              <a:rPr lang="en-US" altLang="zh-TW" sz="2400" dirty="0" err="1">
                <a:latin typeface="Arial" panose="020B0604020202020204" pitchFamily="34" charset="0"/>
              </a:rPr>
              <a:t>socket.close</a:t>
            </a:r>
            <a:r>
              <a:rPr lang="en-US" altLang="zh-TW" sz="2400" dirty="0">
                <a:latin typeface="Arial" panose="020B0604020202020204" pitchFamily="34" charset="0"/>
              </a:rPr>
              <a:t>();</a:t>
            </a:r>
            <a:r>
              <a:rPr lang="zh-TW" altLang="en-US" sz="2400" dirty="0">
                <a:latin typeface="Arial" panose="020B0604020202020204" pitchFamily="34" charset="0"/>
              </a:rPr>
              <a:t>  </a:t>
            </a:r>
            <a:r>
              <a:rPr lang="en-US" altLang="zh-TW" sz="2400" dirty="0">
                <a:latin typeface="Arial" panose="020B0604020202020204" pitchFamily="34" charset="0"/>
              </a:rPr>
              <a:t>//</a:t>
            </a:r>
            <a:r>
              <a:rPr lang="zh-TW" altLang="en-US" sz="2400" dirty="0">
                <a:latin typeface="Arial" panose="020B0604020202020204" pitchFamily="34" charset="0"/>
              </a:rPr>
              <a:t>關閉連線</a:t>
            </a:r>
            <a:endParaRPr lang="en-US" altLang="zh-TW" sz="24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}</a:t>
            </a:r>
            <a:endParaRPr lang="pt-BR" altLang="zh-TW" sz="2400" dirty="0"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53E12BE-4C5D-AB14-3044-265D4202B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8" y="5300186"/>
            <a:ext cx="10515599" cy="143135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None/>
            </a:pPr>
            <a:r>
              <a:rPr lang="pt-BR" altLang="zh-TW" sz="2400" dirty="0">
                <a:latin typeface="Arial" panose="020B0604020202020204" pitchFamily="34" charset="0"/>
              </a:rPr>
              <a:t>socket</a:t>
            </a:r>
            <a:r>
              <a:rPr lang="en-US" altLang="zh-TW" sz="2400" dirty="0">
                <a:latin typeface="Arial" panose="020B0604020202020204" pitchFamily="34" charset="0"/>
              </a:rPr>
              <a:t>.</a:t>
            </a:r>
            <a:r>
              <a:rPr lang="en-US" altLang="zh-TW" sz="2400" dirty="0" err="1">
                <a:latin typeface="Arial" panose="020B0604020202020204" pitchFamily="34" charset="0"/>
              </a:rPr>
              <a:t>addEventListener</a:t>
            </a:r>
            <a:r>
              <a:rPr lang="en-US" altLang="zh-TW" sz="2400" dirty="0">
                <a:latin typeface="Arial" panose="020B0604020202020204" pitchFamily="34" charset="0"/>
              </a:rPr>
              <a:t>('</a:t>
            </a:r>
            <a:r>
              <a:rPr lang="pt-BR" altLang="zh-TW" sz="2400" dirty="0">
                <a:latin typeface="Arial" panose="020B0604020202020204" pitchFamily="34" charset="0"/>
              </a:rPr>
              <a:t>close', event =&gt; {</a:t>
            </a:r>
          </a:p>
          <a:p>
            <a:pPr>
              <a:buFont typeface="Arial" panose="020B0604020202020204" pitchFamily="34" charset="0"/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    </a:t>
            </a:r>
            <a:r>
              <a:rPr lang="pt-BR" altLang="zh-TW" sz="2400" dirty="0">
                <a:latin typeface="Arial" panose="020B0604020202020204" pitchFamily="34" charset="0"/>
              </a:rPr>
              <a:t>console.log("</a:t>
            </a:r>
            <a:r>
              <a:rPr lang="zh-TW" altLang="en-US" sz="2400" dirty="0">
                <a:latin typeface="Arial" panose="020B0604020202020204" pitchFamily="34" charset="0"/>
              </a:rPr>
              <a:t>連線關閉</a:t>
            </a:r>
            <a:r>
              <a:rPr lang="en-US" altLang="zh-TW" sz="2400" dirty="0">
                <a:latin typeface="Arial" panose="020B0604020202020204" pitchFamily="34" charset="0"/>
              </a:rPr>
              <a:t>!!");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}</a:t>
            </a:r>
            <a:endParaRPr lang="pt-BR" altLang="zh-TW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567670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0B67C-9D21-2A5E-9CD5-424BCB035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776F3B-6182-BF00-E23B-0B5613E91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Flask </a:t>
            </a:r>
            <a:r>
              <a:rPr lang="zh-TW" altLang="en-US" dirty="0"/>
              <a:t>建立 </a:t>
            </a:r>
            <a:r>
              <a:rPr lang="en-US" altLang="zh-TW" dirty="0"/>
              <a:t>WebSocket Server(</a:t>
            </a:r>
            <a:r>
              <a:rPr lang="zh-TW" altLang="en-US" dirty="0"/>
              <a:t>一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7A7F793-9C96-1B57-A1AC-AA34B96376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TW" altLang="en-US" dirty="0"/>
              <a:t>安裝套件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在 </a:t>
            </a:r>
            <a:r>
              <a:rPr lang="en-US" altLang="zh-TW" dirty="0"/>
              <a:t>Blueprint </a:t>
            </a:r>
            <a:r>
              <a:rPr lang="zh-TW" altLang="en-US" dirty="0"/>
              <a:t>中把</a:t>
            </a:r>
            <a:r>
              <a:rPr lang="en-US" altLang="zh-TW" dirty="0"/>
              <a:t>WebSocket </a:t>
            </a:r>
            <a:r>
              <a:rPr lang="zh-TW" altLang="en-US" dirty="0"/>
              <a:t>的路由集中註冊在一起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D4B7E25-B147-1A35-6F12-0B6CA2CA1A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113</a:t>
            </a:fld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FBAE41-A6C9-F65D-9FB5-39FAC7606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8" y="2039619"/>
            <a:ext cx="10515599" cy="52545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pip install flask-sock</a:t>
            </a:r>
            <a:endParaRPr lang="pt-BR" altLang="zh-TW" sz="2400" dirty="0">
              <a:latin typeface="Arial" panose="020B0604020202020204" pitchFamily="34" charset="0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8E5E7BE5-702D-60EA-16F4-D5FE0651C0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7" y="3194464"/>
            <a:ext cx="10515599" cy="197130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None/>
            </a:pPr>
            <a:r>
              <a:rPr lang="pt-BR" altLang="zh-TW" sz="2400" dirty="0">
                <a:latin typeface="Arial" panose="020B0604020202020204" pitchFamily="34" charset="0"/>
              </a:rPr>
              <a:t>from flask_sock import Sock</a:t>
            </a:r>
            <a:br>
              <a:rPr lang="pt-BR" altLang="zh-TW" sz="2400" dirty="0">
                <a:latin typeface="Arial" panose="020B0604020202020204" pitchFamily="34" charset="0"/>
              </a:rPr>
            </a:br>
            <a:r>
              <a:rPr lang="zh-TW" altLang="zh-TW" sz="2400" dirty="0">
                <a:latin typeface="Arial" panose="020B0604020202020204" pitchFamily="34" charset="0"/>
              </a:rPr>
              <a:t>from resources.echo_ws_api import init_echo_ws</a:t>
            </a:r>
            <a:endParaRPr lang="en-US" altLang="zh-TW" sz="24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pt-BR" altLang="zh-TW" sz="2400" dirty="0">
                <a:latin typeface="Arial" panose="020B0604020202020204" pitchFamily="34" charset="0"/>
              </a:rPr>
              <a:t>sock = Sock(api_bp)</a:t>
            </a:r>
          </a:p>
          <a:p>
            <a:pPr>
              <a:buNone/>
            </a:pPr>
            <a:r>
              <a:rPr lang="pt-BR" altLang="zh-TW" sz="2400" dirty="0">
                <a:latin typeface="Arial" panose="020B0604020202020204" pitchFamily="34" charset="0"/>
              </a:rPr>
              <a:t>init_echo_ws(sock)</a:t>
            </a:r>
          </a:p>
        </p:txBody>
      </p:sp>
    </p:spTree>
    <p:extLst>
      <p:ext uri="{BB962C8B-B14F-4D97-AF65-F5344CB8AC3E}">
        <p14:creationId xmlns:p14="http://schemas.microsoft.com/office/powerpoint/2010/main" val="315716213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6C4CF-EF9D-99E4-E4B7-D69AB5CBB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483B72-2D8F-F522-C1E0-63B7FE748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Flask </a:t>
            </a:r>
            <a:r>
              <a:rPr lang="zh-TW" altLang="en-US" dirty="0"/>
              <a:t>建立 </a:t>
            </a:r>
            <a:r>
              <a:rPr lang="en-US" altLang="zh-TW" dirty="0"/>
              <a:t>WebSocket Server(</a:t>
            </a:r>
            <a:r>
              <a:rPr lang="zh-TW" altLang="en-US" dirty="0"/>
              <a:t>二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D8E2227-2FE7-B80C-BC96-CB03DD3C43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TW" altLang="en-US" dirty="0"/>
              <a:t>最簡單的 </a:t>
            </a:r>
            <a:r>
              <a:rPr lang="en-US" altLang="zh-TW" dirty="0"/>
              <a:t>Echo Server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pPr lvl="1"/>
            <a:endParaRPr lang="en-US" altLang="zh-TW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dirty="0" err="1"/>
              <a:t>ws.receive</a:t>
            </a:r>
            <a:r>
              <a:rPr lang="en-US" altLang="zh-TW" dirty="0"/>
              <a:t>() </a:t>
            </a:r>
            <a:r>
              <a:rPr lang="zh-TW" altLang="en-US" dirty="0"/>
              <a:t>接收 </a:t>
            </a:r>
            <a:r>
              <a:rPr lang="en-US" altLang="zh-TW" dirty="0"/>
              <a:t>WebSocket Client </a:t>
            </a:r>
            <a:r>
              <a:rPr lang="zh-TW" altLang="en-US" dirty="0"/>
              <a:t>傳過來的資料</a:t>
            </a:r>
            <a:endParaRPr lang="en-US" altLang="zh-TW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dirty="0" err="1"/>
              <a:t>ws.send</a:t>
            </a:r>
            <a:r>
              <a:rPr lang="en-US" altLang="zh-TW" dirty="0"/>
              <a:t>(data) </a:t>
            </a:r>
            <a:r>
              <a:rPr lang="zh-TW" altLang="en-US" dirty="0"/>
              <a:t>傳送資料給 </a:t>
            </a:r>
            <a:r>
              <a:rPr lang="en-US" altLang="zh-TW" dirty="0"/>
              <a:t>WebSocket Client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BFC50A9-77F8-E6BD-8786-1DC43D573C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244870-A228-419A-A4FF-2180DF8D9B1A}" type="slidenum">
              <a:rPr lang="zh-TW" altLang="en-US" smtClean="0"/>
              <a:pPr/>
              <a:t>114</a:t>
            </a:fld>
            <a:endParaRPr lang="zh-TW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063640A-9096-A6DA-3A1B-080C37916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2029883"/>
            <a:ext cx="10515599" cy="343395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pt-BR" altLang="zh-TW" sz="2400" dirty="0">
                <a:latin typeface="Arial" panose="020B0604020202020204" pitchFamily="34" charset="0"/>
              </a:rPr>
              <a:t>def init_echo_ws(sock):</a:t>
            </a:r>
          </a:p>
          <a:p>
            <a:pPr>
              <a:buFont typeface="Arial" panose="020B0604020202020204" pitchFamily="34" charset="0"/>
              <a:buNone/>
            </a:pPr>
            <a:r>
              <a:rPr lang="pt-BR" altLang="zh-TW" sz="2400" dirty="0">
                <a:latin typeface="Arial" panose="020B0604020202020204" pitchFamily="34" charset="0"/>
              </a:rPr>
              <a:t>    @sock.route("/ws/echo")</a:t>
            </a:r>
            <a:r>
              <a:rPr lang="zh-TW" altLang="en-US" sz="2400" dirty="0">
                <a:latin typeface="Arial" panose="020B0604020202020204" pitchFamily="34" charset="0"/>
              </a:rPr>
              <a:t>                 </a:t>
            </a:r>
            <a:r>
              <a:rPr lang="en-US" altLang="zh-TW" sz="2400" dirty="0">
                <a:latin typeface="Arial" panose="020B0604020202020204" pitchFamily="34" charset="0"/>
              </a:rPr>
              <a:t>#</a:t>
            </a:r>
            <a:r>
              <a:rPr lang="zh-TW" altLang="en-US" sz="2400" dirty="0">
                <a:latin typeface="Arial" panose="020B0604020202020204" pitchFamily="34" charset="0"/>
              </a:rPr>
              <a:t> </a:t>
            </a:r>
            <a:r>
              <a:rPr lang="en-US" altLang="zh-TW" sz="2400" dirty="0" err="1">
                <a:latin typeface="Arial" panose="020B0604020202020204" pitchFamily="34" charset="0"/>
              </a:rPr>
              <a:t>ws</a:t>
            </a:r>
            <a:r>
              <a:rPr lang="en-US" altLang="zh-TW" sz="2400" dirty="0">
                <a:latin typeface="Arial" panose="020B0604020202020204" pitchFamily="34" charset="0"/>
              </a:rPr>
              <a:t>://... /</a:t>
            </a:r>
            <a:r>
              <a:rPr lang="en-US" altLang="zh-TW" sz="2400" dirty="0" err="1">
                <a:latin typeface="Arial" panose="020B0604020202020204" pitchFamily="34" charset="0"/>
              </a:rPr>
              <a:t>api</a:t>
            </a:r>
            <a:r>
              <a:rPr lang="en-US" altLang="zh-TW" sz="2400" dirty="0">
                <a:latin typeface="Arial" panose="020B0604020202020204" pitchFamily="34" charset="0"/>
              </a:rPr>
              <a:t>/</a:t>
            </a:r>
            <a:r>
              <a:rPr lang="en-US" altLang="zh-TW" sz="2400" dirty="0" err="1">
                <a:latin typeface="Arial" panose="020B0604020202020204" pitchFamily="34" charset="0"/>
              </a:rPr>
              <a:t>ws</a:t>
            </a:r>
            <a:r>
              <a:rPr lang="en-US" altLang="zh-TW" sz="2400" dirty="0">
                <a:latin typeface="Arial" panose="020B0604020202020204" pitchFamily="34" charset="0"/>
              </a:rPr>
              <a:t>/echo</a:t>
            </a:r>
            <a:endParaRPr lang="pt-BR" altLang="zh-TW" sz="24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pt-BR" altLang="zh-TW" sz="2400" dirty="0">
                <a:latin typeface="Arial" panose="020B0604020202020204" pitchFamily="34" charset="0"/>
              </a:rPr>
              <a:t>    def echo(ws):</a:t>
            </a:r>
          </a:p>
          <a:p>
            <a:pPr>
              <a:buFont typeface="Arial" panose="020B0604020202020204" pitchFamily="34" charset="0"/>
              <a:buNone/>
            </a:pPr>
            <a:r>
              <a:rPr lang="pt-BR" altLang="zh-TW" sz="2400" dirty="0">
                <a:latin typeface="Arial" panose="020B0604020202020204" pitchFamily="34" charset="0"/>
              </a:rPr>
              <a:t>        while True:</a:t>
            </a:r>
          </a:p>
          <a:p>
            <a:pPr>
              <a:buFont typeface="Arial" panose="020B0604020202020204" pitchFamily="34" charset="0"/>
              <a:buNone/>
            </a:pPr>
            <a:r>
              <a:rPr lang="pt-BR" altLang="zh-TW" sz="2400" dirty="0">
                <a:latin typeface="Arial" panose="020B0604020202020204" pitchFamily="34" charset="0"/>
              </a:rPr>
              <a:t>            message = </a:t>
            </a:r>
            <a:r>
              <a:rPr lang="pt-BR" altLang="zh-TW" sz="2400" b="1" dirty="0">
                <a:solidFill>
                  <a:srgbClr val="FF0000"/>
                </a:solidFill>
                <a:latin typeface="Arial" panose="020B0604020202020204" pitchFamily="34" charset="0"/>
              </a:rPr>
              <a:t>ws.receive()          </a:t>
            </a:r>
            <a:endParaRPr lang="zh-TW" altLang="en-US" sz="2400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            </a:t>
            </a:r>
            <a:r>
              <a:rPr lang="pt-BR" altLang="zh-TW" sz="2400" dirty="0">
                <a:latin typeface="Arial" panose="020B0604020202020204" pitchFamily="34" charset="0"/>
              </a:rPr>
              <a:t>if message is None:                 # </a:t>
            </a:r>
            <a:r>
              <a:rPr lang="zh-TW" altLang="en-US" sz="2400" dirty="0">
                <a:latin typeface="Arial" panose="020B0604020202020204" pitchFamily="34" charset="0"/>
              </a:rPr>
              <a:t>連線關閉</a:t>
            </a:r>
          </a:p>
          <a:p>
            <a:pPr>
              <a:buFont typeface="Arial" panose="020B0604020202020204" pitchFamily="34" charset="0"/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                </a:t>
            </a:r>
            <a:r>
              <a:rPr lang="pt-BR" altLang="zh-TW" sz="2400" dirty="0">
                <a:latin typeface="Arial" panose="020B0604020202020204" pitchFamily="34" charset="0"/>
              </a:rPr>
              <a:t>break</a:t>
            </a:r>
          </a:p>
          <a:p>
            <a:pPr>
              <a:buFont typeface="Arial" panose="020B0604020202020204" pitchFamily="34" charset="0"/>
              <a:buNone/>
            </a:pPr>
            <a:r>
              <a:rPr lang="pt-BR" altLang="zh-TW" sz="2400" dirty="0">
                <a:latin typeface="Arial" panose="020B0604020202020204" pitchFamily="34" charset="0"/>
              </a:rPr>
              <a:t>            </a:t>
            </a:r>
            <a:r>
              <a:rPr lang="pt-BR" altLang="zh-TW" sz="2400" b="1" dirty="0">
                <a:solidFill>
                  <a:srgbClr val="FF0000"/>
                </a:solidFill>
                <a:latin typeface="Arial" panose="020B0604020202020204" pitchFamily="34" charset="0"/>
              </a:rPr>
              <a:t>ws.send</a:t>
            </a:r>
            <a:r>
              <a:rPr lang="pt-BR" altLang="zh-TW" sz="2400" dirty="0">
                <a:latin typeface="Arial" panose="020B0604020202020204" pitchFamily="34" charset="0"/>
              </a:rPr>
              <a:t>(f"Echo: {message}")  # </a:t>
            </a:r>
            <a:r>
              <a:rPr lang="zh-TW" altLang="en-US" sz="2400" dirty="0">
                <a:latin typeface="Arial" panose="020B0604020202020204" pitchFamily="34" charset="0"/>
              </a:rPr>
              <a:t>原訊息加個</a:t>
            </a:r>
            <a:r>
              <a:rPr lang="en-US" altLang="zh-TW" sz="2400" dirty="0">
                <a:latin typeface="Arial" panose="020B0604020202020204" pitchFamily="34" charset="0"/>
              </a:rPr>
              <a:t>Echo:</a:t>
            </a:r>
            <a:r>
              <a:rPr lang="zh-TW" altLang="en-US" sz="2400" dirty="0">
                <a:latin typeface="Arial" panose="020B0604020202020204" pitchFamily="34" charset="0"/>
              </a:rPr>
              <a:t>再送回瀏覽器</a:t>
            </a:r>
            <a:endParaRPr lang="pt-BR" altLang="zh-TW" sz="2400" dirty="0">
              <a:latin typeface="Arial" panose="020B0604020202020204" pitchFamily="34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FFE78C9-8092-00F7-D04D-E28E9B729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5998" y="2251323"/>
            <a:ext cx="5657788" cy="82509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51829172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6748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b5ca161-d4b6-4556-8be9-ecab56a1e03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989FC9341E8D45A553E70494656DD2" ma:contentTypeVersion="15" ma:contentTypeDescription="Create a new document." ma:contentTypeScope="" ma:versionID="88c216faa29b5da32f0a54e62c730768">
  <xsd:schema xmlns:xsd="http://www.w3.org/2001/XMLSchema" xmlns:xs="http://www.w3.org/2001/XMLSchema" xmlns:p="http://schemas.microsoft.com/office/2006/metadata/properties" xmlns:ns3="36a2aefa-3f18-45c1-9b17-51fc60826254" xmlns:ns4="fb5ca161-d4b6-4556-8be9-ecab56a1e032" targetNamespace="http://schemas.microsoft.com/office/2006/metadata/properties" ma:root="true" ma:fieldsID="83e719bacbc2975bdc208168beccb6c0" ns3:_="" ns4:_="">
    <xsd:import namespace="36a2aefa-3f18-45c1-9b17-51fc60826254"/>
    <xsd:import namespace="fb5ca161-d4b6-4556-8be9-ecab56a1e032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GenerationTime" minOccurs="0"/>
                <xsd:element ref="ns4:MediaServiceEventHashCode" minOccurs="0"/>
                <xsd:element ref="ns4:MediaServiceSearchProperties" minOccurs="0"/>
                <xsd:element ref="ns4:MediaServiceOCR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a2aefa-3f18-45c1-9b17-51fc6082625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5ca161-d4b6-4556-8be9-ecab56a1e0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8C0FF43-A196-4353-9187-7CDF2D86A5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D5E000-86FD-46F4-96EC-B9AE754E3749}">
  <ds:schemaRefs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dcmitype/"/>
    <ds:schemaRef ds:uri="http://schemas.microsoft.com/office/2006/documentManagement/types"/>
    <ds:schemaRef ds:uri="fb5ca161-d4b6-4556-8be9-ecab56a1e032"/>
    <ds:schemaRef ds:uri="36a2aefa-3f18-45c1-9b17-51fc60826254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BDB7AB46-8512-4111-AEBA-2A76F535445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a2aefa-3f18-45c1-9b17-51fc60826254"/>
    <ds:schemaRef ds:uri="fb5ca161-d4b6-4556-8be9-ecab56a1e0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72244</TotalTime>
  <Words>8857</Words>
  <Application>Microsoft Office PowerPoint</Application>
  <PresentationFormat>寬螢幕</PresentationFormat>
  <Paragraphs>1428</Paragraphs>
  <Slides>115</Slides>
  <Notes>34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115</vt:i4>
      </vt:variant>
    </vt:vector>
  </HeadingPairs>
  <TitlesOfParts>
    <vt:vector size="126" baseType="lpstr">
      <vt:lpstr>Noto Sans SemBd</vt:lpstr>
      <vt:lpstr>Noto Sans TC</vt:lpstr>
      <vt:lpstr>source-serif-pro</vt:lpstr>
      <vt:lpstr>細明體</vt:lpstr>
      <vt:lpstr>微軟正黑體</vt:lpstr>
      <vt:lpstr>Arial</vt:lpstr>
      <vt:lpstr>Calibri</vt:lpstr>
      <vt:lpstr>Consolas</vt:lpstr>
      <vt:lpstr>Courier New</vt:lpstr>
      <vt:lpstr>Wingdings</vt:lpstr>
      <vt:lpstr>Office 佈景主題</vt:lpstr>
      <vt:lpstr>Restful API + Ajax 應用</vt:lpstr>
      <vt:lpstr>上課用專案</vt:lpstr>
      <vt:lpstr>大綱</vt:lpstr>
      <vt:lpstr>Ajax 開始之前</vt:lpstr>
      <vt:lpstr>淺談網頁開發</vt:lpstr>
      <vt:lpstr>傳統的網頁開發</vt:lpstr>
      <vt:lpstr>Ajax 網頁開發</vt:lpstr>
      <vt:lpstr>即時性網頁開發</vt:lpstr>
      <vt:lpstr>HTTP 通訊協定</vt:lpstr>
      <vt:lpstr>AJAX 的由來</vt:lpstr>
      <vt:lpstr>AJAX 的定義</vt:lpstr>
      <vt:lpstr>AJAX 的優點</vt:lpstr>
      <vt:lpstr>同步的網站運作模式</vt:lpstr>
      <vt:lpstr>非同步的網站運作模式</vt:lpstr>
      <vt:lpstr>AJAX 的建立方式</vt:lpstr>
      <vt:lpstr>想想看</vt:lpstr>
      <vt:lpstr>你喜歡哪一段程式碼？</vt:lpstr>
      <vt:lpstr>同步 vs 非同步</vt:lpstr>
      <vt:lpstr>同步 vs 非同步</vt:lpstr>
      <vt:lpstr>下列程式執行的結果為何</vt:lpstr>
      <vt:lpstr>下列程式執行的結果為何</vt:lpstr>
      <vt:lpstr>下列程式執行的結果為何</vt:lpstr>
      <vt:lpstr>非同步問題 – Callback Hell</vt:lpstr>
      <vt:lpstr>非同步問題解決之道 - Promise</vt:lpstr>
      <vt:lpstr>promise物件的建立</vt:lpstr>
      <vt:lpstr>Promise 物件的使用</vt:lpstr>
      <vt:lpstr>改用 Promise</vt:lpstr>
      <vt:lpstr>Promise 的鏈式呼叫</vt:lpstr>
      <vt:lpstr>Promise語法簡化語法糖 - async await</vt:lpstr>
      <vt:lpstr>你喜歡哪一段程式碼？</vt:lpstr>
      <vt:lpstr>資料格式</vt:lpstr>
      <vt:lpstr>csv</vt:lpstr>
      <vt:lpstr>XML</vt:lpstr>
      <vt:lpstr>YAML</vt:lpstr>
      <vt:lpstr>JSON</vt:lpstr>
      <vt:lpstr>讀取JSON資料</vt:lpstr>
      <vt:lpstr>關於 RESTful API</vt:lpstr>
      <vt:lpstr>PowerPoint 簡報</vt:lpstr>
      <vt:lpstr>RESTful API </vt:lpstr>
      <vt:lpstr>RESTful API URL </vt:lpstr>
      <vt:lpstr>建立 RESTful API</vt:lpstr>
      <vt:lpstr>步驟四 先建立 FLASK 應用程式</vt:lpstr>
      <vt:lpstr>步驟五 建立RESTful API </vt:lpstr>
      <vt:lpstr>執行 API </vt:lpstr>
      <vt:lpstr>上課的 API 架構</vt:lpstr>
      <vt:lpstr>RESTful API 語法結構</vt:lpstr>
      <vt:lpstr>flask-restful 路由設定</vt:lpstr>
      <vt:lpstr>API 架構</vt:lpstr>
      <vt:lpstr>測試開發好的 API - Postman</vt:lpstr>
      <vt:lpstr>下載 Postman </vt:lpstr>
      <vt:lpstr>Postman - 測試 HTTP GET</vt:lpstr>
      <vt:lpstr>Postman - 測試 HTTP POST</vt:lpstr>
      <vt:lpstr>Postman - 測試 HTTP DELETE</vt:lpstr>
      <vt:lpstr>Postman - 測試 HTTP PUT</vt:lpstr>
      <vt:lpstr>Ajax 程式開發</vt:lpstr>
      <vt:lpstr>技術演進</vt:lpstr>
      <vt:lpstr>Fetch API</vt:lpstr>
      <vt:lpstr>fetch(url)</vt:lpstr>
      <vt:lpstr>Response 物件相關屬性</vt:lpstr>
      <vt:lpstr>從 promise 到 async/await</vt:lpstr>
      <vt:lpstr>api 呼叫失敗</vt:lpstr>
      <vt:lpstr>api 呼叫失敗程式處理範例</vt:lpstr>
      <vt:lpstr>根據不同的 status 顯示不同的錯誤訊息</vt:lpstr>
      <vt:lpstr>最後使用 try...catch 捕捉所有意外</vt:lpstr>
      <vt:lpstr>api 執行太久時的處理</vt:lpstr>
      <vt:lpstr>停止 fetch() 呼叫 - AbortController</vt:lpstr>
      <vt:lpstr>想想看</vt:lpstr>
      <vt:lpstr>Response 物件 – body</vt:lpstr>
      <vt:lpstr>取得伺服器回傳圖片資料 – blob()</vt:lpstr>
      <vt:lpstr>取得伺服器回傳JSON資料 – json()</vt:lpstr>
      <vt:lpstr>想想看</vt:lpstr>
      <vt:lpstr>資料傳遞從瀏覽器到伺服器</vt:lpstr>
      <vt:lpstr>Client 傳遞資料給 API – HTTP GET</vt:lpstr>
      <vt:lpstr>讀取表單資料</vt:lpstr>
      <vt:lpstr>FormData 範例</vt:lpstr>
      <vt:lpstr>fetch(url,{…})</vt:lpstr>
      <vt:lpstr>傳送 FormData 給API – HTTP POST</vt:lpstr>
      <vt:lpstr>傳送 JSON 資料給 API</vt:lpstr>
      <vt:lpstr>Blocked by CORS policy</vt:lpstr>
      <vt:lpstr>如何取得別的網域的資料</vt:lpstr>
      <vt:lpstr>同源政策 Same Origin Policy</vt:lpstr>
      <vt:lpstr>相同或不同網域範例</vt:lpstr>
      <vt:lpstr>怎麼做?讓JavaScript跨網域</vt:lpstr>
      <vt:lpstr>Flask 允許跨來源呼叫</vt:lpstr>
      <vt:lpstr>練習看看1</vt:lpstr>
      <vt:lpstr>練習看看2</vt:lpstr>
      <vt:lpstr>練習看看3</vt:lpstr>
      <vt:lpstr>練習看看4</vt:lpstr>
      <vt:lpstr>Server Sent Event (SSE)</vt:lpstr>
      <vt:lpstr>SSE Server - 推送資料格式</vt:lpstr>
      <vt:lpstr>SSE Server 程式範例 </vt:lpstr>
      <vt:lpstr>SSE Client – EventSource API</vt:lpstr>
      <vt:lpstr>SSE Client 程式範例</vt:lpstr>
      <vt:lpstr>附錄(自行參考)</vt:lpstr>
      <vt:lpstr>上課用資料庫- SQLite</vt:lpstr>
      <vt:lpstr>SQLAlchemy</vt:lpstr>
      <vt:lpstr>建立 SQLAlchemy 物件</vt:lpstr>
      <vt:lpstr>設定資料庫連線</vt:lpstr>
      <vt:lpstr>建立模型</vt:lpstr>
      <vt:lpstr>Flask RESTful api 的 CRUD</vt:lpstr>
      <vt:lpstr>讀取所有會員資料</vt:lpstr>
      <vt:lpstr>根據會員編號讀取單筆資料</vt:lpstr>
      <vt:lpstr>新增會員資料</vt:lpstr>
      <vt:lpstr>修改會員資料</vt:lpstr>
      <vt:lpstr>刪除會員資料</vt:lpstr>
      <vt:lpstr>取得 Gemini API Key(1)</vt:lpstr>
      <vt:lpstr>取得 Gemini API Key(2)</vt:lpstr>
      <vt:lpstr>在 Python 中使用 API Key</vt:lpstr>
      <vt:lpstr>WebSocket</vt:lpstr>
      <vt:lpstr>WebSocket API</vt:lpstr>
      <vt:lpstr>WebSocket API(一)</vt:lpstr>
      <vt:lpstr>WebSocket API(二)</vt:lpstr>
      <vt:lpstr>Flask 建立 WebSocket Server(一)</vt:lpstr>
      <vt:lpstr>Flask 建立 WebSocket Server(二)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劉莉苓</dc:creator>
  <cp:lastModifiedBy>資展國際 王孝弘</cp:lastModifiedBy>
  <cp:revision>382</cp:revision>
  <dcterms:created xsi:type="dcterms:W3CDTF">2021-09-17T04:11:08Z</dcterms:created>
  <dcterms:modified xsi:type="dcterms:W3CDTF">2026-09-14T08:52:33Z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0x0101002B989FC9341E8D45A553E70494656DD2</vt:lpwstr>
  </property>
</Properties>
</file>